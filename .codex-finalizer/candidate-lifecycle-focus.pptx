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b8955ce3b4c22" /><Relationship Type="http://schemas.openxmlformats.org/officeDocument/2006/relationships/extended-properties" Target="/docProps/app.xml" Id="R53341b3895ff4ef3" /><Relationship Type="http://schemas.openxmlformats.org/officeDocument/2006/relationships/officeDocument" Target="/ppt/presentation.xml" Id="R666b870a2a47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c3b0d43b84312"/>
  </p:sldMasterIdLst>
  <p:notesMasterIdLst>
    <p:notesMasterId xmlns:r="http://schemas.openxmlformats.org/officeDocument/2006/relationships" r:id="Re012b6de127a47b0"/>
  </p:notesMasterIdLst>
  <p:sldIdLst>
    <p:sldId xmlns:r="http://schemas.openxmlformats.org/officeDocument/2006/relationships" id="256" r:id="R4534717bb05d47f2"/>
    <p:sldId xmlns:r="http://schemas.openxmlformats.org/officeDocument/2006/relationships" id="257" r:id="R0cddc398e3d64f38"/>
    <p:sldId xmlns:r="http://schemas.openxmlformats.org/officeDocument/2006/relationships" id="258" r:id="Rd2077e79d06c46bc"/>
    <p:sldId xmlns:r="http://schemas.openxmlformats.org/officeDocument/2006/relationships" id="259" r:id="R58cffa79c6424b04"/>
    <p:sldId xmlns:r="http://schemas.openxmlformats.org/officeDocument/2006/relationships" id="260" r:id="R2a8ae8afd52947f4"/>
    <p:sldId xmlns:r="http://schemas.openxmlformats.org/officeDocument/2006/relationships" id="261" r:id="R2b4bcf261fd9418c"/>
    <p:sldId xmlns:r="http://schemas.openxmlformats.org/officeDocument/2006/relationships" id="262" r:id="R3eddd627ee174961"/>
    <p:sldId xmlns:r="http://schemas.openxmlformats.org/officeDocument/2006/relationships" id="263" r:id="R574fb2fa321e4a87"/>
    <p:sldId xmlns:r="http://schemas.openxmlformats.org/officeDocument/2006/relationships" id="264" r:id="R1e80dec03d0a48fb"/>
    <p:sldId xmlns:r="http://schemas.openxmlformats.org/officeDocument/2006/relationships" id="265" r:id="R74312da0e2444d72"/>
    <p:sldId xmlns:r="http://schemas.openxmlformats.org/officeDocument/2006/relationships" id="266" r:id="R09203d845c794116"/>
    <p:sldId xmlns:r="http://schemas.openxmlformats.org/officeDocument/2006/relationships" id="267" r:id="Ra355aced4b9c48fb"/>
    <p:sldId xmlns:r="http://schemas.openxmlformats.org/officeDocument/2006/relationships" id="268" r:id="Rd22017b770a7474e"/>
    <p:sldId xmlns:r="http://schemas.openxmlformats.org/officeDocument/2006/relationships" id="269" r:id="R3f67fe1cee344453"/>
    <p:sldId xmlns:r="http://schemas.openxmlformats.org/officeDocument/2006/relationships" id="270" r:id="Rdc33d18ad6e54ad7"/>
    <p:sldId xmlns:r="http://schemas.openxmlformats.org/officeDocument/2006/relationships" id="271" r:id="R0dfd17b98ecb40d7"/>
    <p:sldId xmlns:r="http://schemas.openxmlformats.org/officeDocument/2006/relationships" id="272" r:id="Rb9db740d7475487d"/>
    <p:sldId xmlns:r="http://schemas.openxmlformats.org/officeDocument/2006/relationships" id="273" r:id="R87d57b22c5b44599"/>
    <p:sldId xmlns:r="http://schemas.openxmlformats.org/officeDocument/2006/relationships" id="274" r:id="Ra2f81fef4bb44b50"/>
    <p:sldId xmlns:r="http://schemas.openxmlformats.org/officeDocument/2006/relationships" id="275" r:id="Rf07d4e27a8cc4d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634824da174fb8" /><Relationship Type="http://schemas.openxmlformats.org/officeDocument/2006/relationships/slideMaster" Target="/ppt/slideMasters/slideMaster1.xml" Id="R47dc3b0d43b84312" /><Relationship Type="http://schemas.openxmlformats.org/officeDocument/2006/relationships/notesMaster" Target="/ppt/notesMasters/notesMaster1.xml" Id="Re012b6de127a47b0" /><Relationship Type="http://schemas.openxmlformats.org/officeDocument/2006/relationships/presProps" Target="/ppt/presProps.xml" Id="R5570507b95774f66" /><Relationship Type="http://schemas.openxmlformats.org/officeDocument/2006/relationships/viewProps" Target="/ppt/viewProps.xml" Id="R8299516e6dc342fe" /><Relationship Type="http://schemas.openxmlformats.org/officeDocument/2006/relationships/tableStyles" Target="/ppt/tableStyles.xml" Id="R896148bae8ae4e70" /><Relationship Type="http://schemas.openxmlformats.org/officeDocument/2006/relationships/slide" Target="/ppt/slides/slide1.xml" Id="R4534717bb05d47f2" /><Relationship Type="http://schemas.openxmlformats.org/officeDocument/2006/relationships/slide" Target="/ppt/slides/slide2.xml" Id="R0cddc398e3d64f38" /><Relationship Type="http://schemas.openxmlformats.org/officeDocument/2006/relationships/slide" Target="/ppt/slides/slide3.xml" Id="Rd2077e79d06c46bc" /><Relationship Type="http://schemas.openxmlformats.org/officeDocument/2006/relationships/slide" Target="/ppt/slides/slide4.xml" Id="R58cffa79c6424b04" /><Relationship Type="http://schemas.openxmlformats.org/officeDocument/2006/relationships/slide" Target="/ppt/slides/slide5.xml" Id="R2a8ae8afd52947f4" /><Relationship Type="http://schemas.openxmlformats.org/officeDocument/2006/relationships/slide" Target="/ppt/slides/slide6.xml" Id="R2b4bcf261fd9418c" /><Relationship Type="http://schemas.openxmlformats.org/officeDocument/2006/relationships/slide" Target="/ppt/slides/slide7.xml" Id="R3eddd627ee174961" /><Relationship Type="http://schemas.openxmlformats.org/officeDocument/2006/relationships/slide" Target="/ppt/slides/slide8.xml" Id="R574fb2fa321e4a87" /><Relationship Type="http://schemas.openxmlformats.org/officeDocument/2006/relationships/slide" Target="/ppt/slides/slide9.xml" Id="R1e80dec03d0a48fb" /><Relationship Type="http://schemas.openxmlformats.org/officeDocument/2006/relationships/slide" Target="/ppt/slides/slide10.xml" Id="R74312da0e2444d72" /><Relationship Type="http://schemas.openxmlformats.org/officeDocument/2006/relationships/slide" Target="/ppt/slides/slide11.xml" Id="R09203d845c794116" /><Relationship Type="http://schemas.openxmlformats.org/officeDocument/2006/relationships/slide" Target="/ppt/slides/slide12.xml" Id="Ra355aced4b9c48fb" /><Relationship Type="http://schemas.openxmlformats.org/officeDocument/2006/relationships/slide" Target="/ppt/slides/slide13.xml" Id="Rd22017b770a7474e" /><Relationship Type="http://schemas.openxmlformats.org/officeDocument/2006/relationships/slide" Target="/ppt/slides/slide14.xml" Id="R3f67fe1cee344453" /><Relationship Type="http://schemas.openxmlformats.org/officeDocument/2006/relationships/slide" Target="/ppt/slides/slide15.xml" Id="Rdc33d18ad6e54ad7" /><Relationship Type="http://schemas.openxmlformats.org/officeDocument/2006/relationships/slide" Target="/ppt/slides/slide16.xml" Id="R0dfd17b98ecb40d7" /><Relationship Type="http://schemas.openxmlformats.org/officeDocument/2006/relationships/slide" Target="/ppt/slides/slide17.xml" Id="Rb9db740d7475487d" /><Relationship Type="http://schemas.openxmlformats.org/officeDocument/2006/relationships/slide" Target="/ppt/slides/slide18.xml" Id="R87d57b22c5b44599" /><Relationship Type="http://schemas.openxmlformats.org/officeDocument/2006/relationships/slide" Target="/ppt/slides/slide19.xml" Id="Ra2f81fef4bb44b50" /><Relationship Type="http://schemas.openxmlformats.org/officeDocument/2006/relationships/slide" Target="/ppt/slides/slide20.xml" Id="Rf07d4e27a8cc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8b9643277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752861d8b4a5c" /><Relationship Type="http://schemas.openxmlformats.org/officeDocument/2006/relationships/notesMaster" Target="/ppt/notesMasters/notesMaster1.xml" Id="R787add4220a64f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defcb942ca4c52" /><Relationship Type="http://schemas.openxmlformats.org/officeDocument/2006/relationships/notesMaster" Target="/ppt/notesMasters/notesMaster1.xml" Id="Reb137d19a6024a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5c05c1431f45a1" /><Relationship Type="http://schemas.openxmlformats.org/officeDocument/2006/relationships/notesMaster" Target="/ppt/notesMasters/notesMaster1.xml" Id="R28c4f6c7b8e3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86ee40dc74c5c" /><Relationship Type="http://schemas.openxmlformats.org/officeDocument/2006/relationships/notesMaster" Target="/ppt/notesMasters/notesMaster1.xml" Id="R7867b7c65e9d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d32447fffb4551" /><Relationship Type="http://schemas.openxmlformats.org/officeDocument/2006/relationships/notesMaster" Target="/ppt/notesMasters/notesMaster1.xml" Id="R65ddf558e40d4b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81d5937c0f46e2" /><Relationship Type="http://schemas.openxmlformats.org/officeDocument/2006/relationships/notesMaster" Target="/ppt/notesMasters/notesMaster1.xml" Id="R0bfda888ca9749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0fc901120441f" /><Relationship Type="http://schemas.openxmlformats.org/officeDocument/2006/relationships/notesMaster" Target="/ppt/notesMasters/notesMaster1.xml" Id="R2d562d50ec5f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d92f567bc94603" /><Relationship Type="http://schemas.openxmlformats.org/officeDocument/2006/relationships/notesMaster" Target="/ppt/notesMasters/notesMaster1.xml" Id="R2eea9f3a904048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787277546f46a2" /><Relationship Type="http://schemas.openxmlformats.org/officeDocument/2006/relationships/notesMaster" Target="/ppt/notesMasters/notesMaster1.xml" Id="R064d141bbb644a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546173ae474a13" /><Relationship Type="http://schemas.openxmlformats.org/officeDocument/2006/relationships/notesMaster" Target="/ppt/notesMasters/notesMaster1.xml" Id="R9cc8fc5f24cc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d698078f304f4f" /><Relationship Type="http://schemas.openxmlformats.org/officeDocument/2006/relationships/notesMaster" Target="/ppt/notesMasters/notesMaster1.xml" Id="R11805497778e41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06d261988840f3" /><Relationship Type="http://schemas.openxmlformats.org/officeDocument/2006/relationships/notesMaster" Target="/ppt/notesMasters/notesMaster1.xml" Id="R9b9ff6e7e0cb4d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146826823a442b" /><Relationship Type="http://schemas.openxmlformats.org/officeDocument/2006/relationships/notesMaster" Target="/ppt/notesMasters/notesMaster1.xml" Id="Re4b2bf0243ee4a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18dc4bb1d54c56" /><Relationship Type="http://schemas.openxmlformats.org/officeDocument/2006/relationships/notesMaster" Target="/ppt/notesMasters/notesMaster1.xml" Id="R89572059926343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fb837954e24a93" /><Relationship Type="http://schemas.openxmlformats.org/officeDocument/2006/relationships/notesMaster" Target="/ppt/notesMasters/notesMaster1.xml" Id="Ra7f5e402b9ee47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2ff6f2cfb74b7e" /><Relationship Type="http://schemas.openxmlformats.org/officeDocument/2006/relationships/notesMaster" Target="/ppt/notesMasters/notesMaster1.xml" Id="R57afd796850a41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829116208b495c" /><Relationship Type="http://schemas.openxmlformats.org/officeDocument/2006/relationships/notesMaster" Target="/ppt/notesMasters/notesMaster1.xml" Id="R8a692add794b48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ab65312a584261" /><Relationship Type="http://schemas.openxmlformats.org/officeDocument/2006/relationships/notesMaster" Target="/ppt/notesMasters/notesMaster1.xml" Id="R56884aa89e6f4e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608d5907734465" /><Relationship Type="http://schemas.openxmlformats.org/officeDocument/2006/relationships/notesMaster" Target="/ppt/notesMasters/notesMaster1.xml" Id="Rcc8028f0e32646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61b08825174455" /><Relationship Type="http://schemas.openxmlformats.org/officeDocument/2006/relationships/notesMaster" Target="/ppt/notesMasters/notesMaster1.xml" Id="Raf3b32d711eb4e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开场先说明主题来自真实报告需求。核心问题不是能否生成一份报告，而是如何把生成质量稳定下来，并让模板持续演进。</a:t>
            </a:r>
          </a:p>
          <a:p xmlns:a="http://schemas.openxmlformats.org/drawingml/2006/main">
            <a:r>
              <a:t>[资料] 用户提供 PPT 与逐字稿。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报告模板经常只是结构、口径或视觉上的小调整，但传统模式仍要求走完整的软件研发流程。问题的根源是业务模板和代码交付绑定。</a:t>
            </a:r>
          </a:p>
          <a:p xmlns:a="http://schemas.openxmlformats.org/drawingml/2006/main">
            <a:r>
              <a:t>[资料] 逐字稿第 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低代码依赖预置组件，灵活性越高平台越复杂。AI 直接生成虽然自由，但缺少稳定边界，优秀结果难以复现。</a:t>
            </a:r>
          </a:p>
          <a:p xmlns:a="http://schemas.openxmlformats.org/drawingml/2006/main">
            <a:r>
              <a:t>[资料] 逐字稿第 1-2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本方案集中解决三个问题：变更依赖发版、跨场景复用困难、AI 输出方差过大。后续所有设计都围绕这三个问题展开。</a:t>
            </a:r>
          </a:p>
          <a:p xmlns:a="http://schemas.openxmlformats.org/drawingml/2006/main">
            <a:r>
              <a:t>[资料] 逐字稿第 2-3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即模板并不是一句简单指令，而是一套能够描述内容结构、业务语义和视觉规则的结构化资产。它可以独立于业务代码进行维护。</a:t>
            </a:r>
          </a:p>
          <a:p xmlns:a="http://schemas.openxmlformats.org/drawingml/2006/main">
            <a:r>
              <a:t>[资料] 逐字稿第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完整模板拆成 Report-skill 和 Design-skill。前者负责报告讲什么，后者负责如何呈现，二者解耦后才能形成组合复用。</a:t>
            </a:r>
          </a:p>
          <a:p xmlns:a="http://schemas.openxmlformats.org/drawingml/2006/main">
            <a:r>
              <a:t>[资料] 逐字稿第 3-4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第 2-4 页：整体架构、Agent 服务、模板管理台、前端交互、后端数据</a:t>
            </a:r>
          </a:p>
          <a:p xmlns:a="http://schemas.openxmlformats.org/drawingml/2006/main">
            <a:r>
              <a:t>- 补充图：codex-clipboard-d0a13f99-c5c2-443f-8997-2b8b4d5a1410.png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左侧模板工作台负责把专业经验变成模板资产，右侧报告工作台负责消费模板并生成结果。生成效果再反向推动模板调整，形成闭环。</a:t>
            </a:r>
          </a:p>
          <a:p xmlns:a="http://schemas.openxmlformats.org/drawingml/2006/main">
            <a:r>
              <a:t>[资料] 当前项目模板编辑页、Agent 工作流与 design-output 报告预览。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Agent 不直接自由改库。它先判断操作类型，再检查资料和覆盖风险，生成候选后经过评价、修正和双层校验，最后才按版本保护写入。</a:t>
            </a:r>
          </a:p>
          <a:p xmlns:a="http://schemas.openxmlformats.org/drawingml/2006/main">
            <a:r>
              <a:t>[资料] src/lib/template-agent/workflow.ts。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Report-skill 使用八个业务字段。数据需求与计算口径并没有被拆成孤立字段，而是通过变量、结构和规则共同表达，确保它们与最终报告结构绑定。</a:t>
            </a:r>
          </a:p>
          <a:p xmlns:a="http://schemas.openxmlformats.org/drawingml/2006/main">
            <a:r>
              <a:t>[资料] src/lib/template-agent/types.ts、schema.ts、generate-report-v2.md。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Design-skill 可以从设计平台、既有报告或参考图中提取。参考图需要多模态模型。最终形成的设计规范可以与不同 Report-skill 自由组合。</a:t>
            </a:r>
          </a:p>
          <a:p xmlns:a="http://schemas.openxmlformats.org/drawingml/2006/main">
            <a:r>
              <a:t>[资料] 逐字稿第 4-5、7 页；用户补充方案。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运行时把用户需求、内容模板、设计语言和数据工具交给报告 Agent，最终生成可预览的 HTML。招商智能体 POC 已验证这条路径具备现实可行性。</a:t>
            </a:r>
          </a:p>
          <a:p xmlns:a="http://schemas.openxmlformats.org/drawingml/2006/main">
            <a:r>
              <a:t>[资料] 用户补充信息；design-output 报告样例。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第一项价值是把常见模板变更从软件开发任务转成内容维护任务。新场景也可以从现有模板出发补充，而不是重建完整生成链路。</a:t>
            </a:r>
          </a:p>
          <a:p xmlns:a="http://schemas.openxmlformats.org/drawingml/2006/main">
            <a:r>
              <a:t>[资料] 逐字稿第 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第二项价值来自 Design-skill。设计团队维护语言和规范，Agent 根据受众与场景落实为具体页面，UI 不需要为每份报告重新作图。</a:t>
            </a:r>
          </a:p>
          <a:p xmlns:a="http://schemas.openxmlformats.org/drawingml/2006/main">
            <a:r>
              <a:t>[资料] 用户补充思想。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 Skill 把结构、口径、异常和交付检查变成明确边界。生成后的验证与预览继续降低质量风险，招商 POC 提供了端到端证据。</a:t>
            </a:r>
          </a:p>
          <a:p xmlns:a="http://schemas.openxmlformats.org/drawingml/2006/main">
            <a:r>
              <a:t>[资料] 项目 Agent 工作流；用户补充 POC 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业务、设计、数据和平台研发分别沉淀自己最专业的部分。Agent 负责组合这些资产，既减少重复建设，也降低关键经验只存在于个人或单一项目中的风险。</a:t>
            </a:r>
          </a:p>
          <a:p xmlns:a="http://schemas.openxmlformats.org/drawingml/2006/main">
            <a:r>
              <a:t>[资料] 完整方案综合判断。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当前已经完成可行性验证和 Report-skill 管理，答辩前补齐 /chat 的生成与预览。下一阶段重点建设 Design-skill、数据工具和更多业务场景。</a:t>
            </a:r>
          </a:p>
          <a:p xmlns:a="http://schemas.openxmlformats.org/drawingml/2006/main">
            <a:r>
              <a:t>[资料] 用户补充实施计划。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结尾回到主题：Prompt 即模板的真正价值，是让报告结构、设计语言和数据能力成为可以持续积累和重新组合的组织资产。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5ebf4e58f40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de23627d14c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cc6ca6aab4e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e1f9fcbc14f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78b61a76d42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c7d69e2e848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b70650da947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cc28b0d8947e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abce875034f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f25bc676842ca" /><Relationship Type="http://schemas.openxmlformats.org/officeDocument/2006/relationships/image" Target="/ppt/media/image2.jpeg" Id="R15478ff506b34da0" /><Relationship Type="http://schemas.openxmlformats.org/officeDocument/2006/relationships/image" Target="/ppt/media/image.png" Id="R3e9be5c650354f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00834d3b648c2" /><Relationship Type="http://schemas.openxmlformats.org/officeDocument/2006/relationships/image" Target="/ppt/media/image3.jpeg" Id="R26e8eb89177c49f4" /><Relationship Type="http://schemas.openxmlformats.org/officeDocument/2006/relationships/image" Target="/ppt/media/image2.png" Id="Re85d7fc4194f4b5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19d7544a4412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4a8150c7e43e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3c00714a945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e67a703c6475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d5aa11f3245c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6c6dd4b7c468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b7dae5f6f41d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1175c83224dd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8bde11b45429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e1751015e491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d19eab2b14db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3848af8f9413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7aafccf3446d5" /><Relationship Type="http://schemas.openxmlformats.org/officeDocument/2006/relationships/image" Target="/ppt/media/image4.jpeg" Id="R3e4eb686c1764265" /><Relationship Type="http://schemas.openxmlformats.org/officeDocument/2006/relationships/image" Target="/ppt/media/image5.jpeg" Id="Rebdf1361105b4526" /><Relationship Type="http://schemas.openxmlformats.org/officeDocument/2006/relationships/image" Target="/ppt/media/image.png" Id="Rf1639914e40b4426" /></Relationships>
</file>

<file path=ppt/slideLayouts/slideLayout1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BB146D-F9F6-4D8F-8ECB-46E4DE450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1800" y="463640"/>
            <a:ext cx="5664200" cy="4773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400" b="1" i="0">
                <a:solidFill>
                  <a:srgbClr val="0B077D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C470A4-A145-474C-AD84-2D7466C84DC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DCCC53E-DDC2-4D6E-A683-93B525553E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43043F-1F06-4FC3-B674-02B0B98D93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5AEC945-57C4-4CC0-8906-EB0BFD019A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1B6F36-CD60-4A0D-A0F6-1ABAFD6876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506C39-8764-49D0-AA30-33FD6CF4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94C9807-320D-4A2B-BC10-F1E70D208C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95ECCB-202D-4A5A-9148-8443DB42F3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40B9BED-47C3-4D32-8BA4-774C3B4B3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0EFA25-6F59-4EFA-8635-0B647B864D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FFFC6E-4CEF-4598-83CD-530981F6D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9A0823-086A-41BF-80D2-2A004C95C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16A80E9-5858-4EE9-822F-C18139CFC8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5DFA5F-4A45-4EC0-A99D-9A4F79119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7AAC9-933B-4A0C-B2B8-453637FF1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692929-C9CC-46D8-A661-0C7C6A473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E96BF8-FE63-42D5-A636-D6C93139E3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F3CEFA-9943-4BB9-A894-2058C208D6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ACF2B68-3368-4E08-8398-768DC48FE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9B8DAB9-0F84-4DE7-AD89-F2805C82D2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2938F96-1ED9-4A51-904D-E3BD238C38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3C1022-7C34-44B6-A206-A2EAD4B001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D68CF1A-5933-4F5D-8E61-9860C2EF27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445EB2E-AC8C-41A7-9645-B98AE1F070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03F00DD-3ABE-4DA4-AFC5-9FCDCE7763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E2BF24D-2A9C-4B9C-8344-B0DCF02E7D9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120389C-6F15-4362-8073-D8D0C6B5A7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568BFC1-C100-481A-910B-7FF6FA1C9B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61D273E-6632-4629-8F96-6F5F13648C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CE8CE78-8BE1-4361-94A9-2058256965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A168CA4-8EE9-42E2-916B-4B004327A7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DB13663-2209-45D1-A5D7-D4BCC9C4E2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E1A130-C151-492E-A758-D637AF8D2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7C82285-B638-4A2B-B68E-566BC7D66A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23B7069-1AB9-4AC4-BA31-B28F346C52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CEA8281-C019-40E1-919E-612243E36B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969F11A-E979-4F38-BAB2-4B40F68CFD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0D432C4-B6AE-4A39-9DD4-A199CBD63C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CE0349-E77F-4BE8-B884-EB6FEDAD4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0E6C318-5198-4010-8DF6-8AFA78B976F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E29002-4DC0-46A7-A43B-AEA346DA9B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03AD628-81E7-4FC0-B49E-89B18AFD15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2300EC0-5732-4C51-A639-65CD8D71EF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EA74709-E504-40C8-B8E7-5AC0D7168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78ff506b3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be5c650354f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09" y="324549"/>
            <a:ext cx="1053245" cy="5542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userDrawn="1">
  <p:cSld name="篇章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8eb89177c49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d7fc4194f4b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490" y="324549"/>
            <a:ext cx="878854" cy="462459"/>
          </a:xfrm>
          <a:prstGeom xmlns:a="http://schemas.openxmlformats.org/drawingml/2006/main" prst="rect">
            <a:avLst/>
          </a:prstGeom>
        </p:spPr>
      </p:pic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A7A41DA8-BE68-4F9A-A93A-4FE76149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166" y="1977330"/>
            <a:ext cx="153423" cy="153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E8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DA4EB000-86AB-4D82-9A0B-A44E76E4EBC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32669" y="2628344"/>
            <a:ext cx="6048619" cy="73866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4000" b="1" i="0">
                <a:solidFill>
                  <a:srgbClr val="09057C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lvl="0">
              <a:buNone/>
            </a:pPr>
            <a:r>
              <a:t>这里是一个标题文字</a:t>
            </a:r>
          </a:p>
        </p:txBody>
      </p:sp>
      <p:sp>
        <p:nvSpPr>
          <p:cNvPr id="26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53E81265-F7F2-4DA2-8E6F-942E069317E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32669" y="3644007"/>
            <a:ext cx="6048619" cy="4616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b="0" i="0">
                <a:solidFill>
                  <a:srgbClr val="09057C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lvl="0">
              <a:buNone/>
            </a:pPr>
            <a:r>
              <a:t>THIS</a:t>
            </a:r>
            <a:r>
              <a:t> </a:t>
            </a:r>
            <a:r>
              <a:t>IS</a:t>
            </a:r>
            <a:r>
              <a:t> </a:t>
            </a:r>
            <a:r>
              <a:t>ONE</a:t>
            </a:r>
            <a:r>
              <a:t> </a:t>
            </a:r>
            <a:r>
              <a:t>TITLE</a:t>
            </a:r>
            <a:r>
              <a:t> </a:t>
            </a:r>
            <a:r>
              <a:t>CHARACTER</a:t>
            </a:r>
          </a:p>
        </p:txBody>
      </p:sp>
      <p:sp>
        <p:nvSpPr>
          <p:cNvPr id="2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FAA63E83-85A0-48EE-8F1D-283BEE3C5BF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00480" y="2141925"/>
            <a:ext cx="303159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>
            <a:spAutoFit/>
          </a:bodyPr>
          <a:lstStyle xmlns:a="http://schemas.openxmlformats.org/drawingml/2006/main">
            <a:lvl1pPr marL="0" indent="0">
              <a:buNone/>
              <a:defRPr sz="18000" b="1">
                <a:gradFill>
                  <a:gsLst>
                    <a:gs pos="0">
                      <a:srgbClr val="2889FF"/>
                    </a:gs>
                    <a:gs pos="98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marL="0" lvl="0" indent="0">
              <a:buNone/>
            </a:pPr>
            <a:r>
              <a:t>01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9F1BAAF-42B5-4A3F-B003-2FF27BB799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865EFE8-C5C9-4B2B-A7D5-4BD4568F8A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85D3B19-5663-4CB8-967A-8E4868756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0AA26CC-0EB3-4637-9AF2-CBF809336D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609CD1D-04A2-48C7-9460-2ACE8F8F42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E00821F-7D58-4053-9BA5-3895C92AE1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BAF6E5-E3B4-44A8-A6D9-853B799F12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title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7757BF4-1A1D-4388-85D4-231348E2FA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81C9B18-F50F-468F-B8DA-EB3808FC5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C1A64A4-A67B-4E50-B06A-0FDFA153AC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C52513-6564-4220-A4EF-3F29CCF6E5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DD464C4-B845-4B48-A343-56F60C93D5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2BD8272-B6B1-47D6-A3F4-9F223FDD9E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8BBA8EA-662A-4937-8B07-3F66352E4E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546BE1-16D9-4717-B282-1A8D8B8E7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5F81E5-FFDC-4078-9B38-B9AD7F6727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753EBF6-94A1-4372-B783-FD8AC6FC9D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2F61B9-4F5B-4528-9C02-5DD6523D59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B7FDC64-0162-4F6F-B995-FF0E3A579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7AFBDC-654A-459D-A58D-03127C3F45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B3376C5-3592-42AD-B050-954128B3A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B827D54-0652-4B7A-B148-3FCB00979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B932595-8048-4AF2-98B4-FCD193F133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0BE4CE8-1C87-4704-B615-A02C5E839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68A40D8-72C7-4C42-9460-9A97ED54E3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D9FDC97-5474-4756-998E-00AEE0D7E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34869A3-C003-4B29-A1BD-9231EDBC53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3B3ABDA-2831-4536-B377-455EE95C67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19B4B75-05D5-47DC-A86A-2E05499DD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47A6A7-3979-41BE-B31D-44C0853964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90A4973-1309-43CA-8DF8-6A421F3B2E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FC014C-E1D9-4E8D-8EE1-16B9CFFF71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950AFD-FF67-414F-9766-0773EA1493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63F065-FC09-4F55-B521-43DEE031C4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8F1937C-627F-4103-9034-4E66E1FCB6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2C4776B-1C4D-45C0-ADB7-6F45FF34C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5CEB526-21E1-4811-B128-09B367003C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24EE8F8-C142-49A3-980B-3C6F5BB5E1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85E0B7A-045D-4DA8-AB1B-35910818DD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8AE1D32-26E9-412E-8F26-28B55F193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944D38-ACE1-476B-AF51-DEEEF01978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A55AAD3-2B7D-4B37-BBDB-B4C8088637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277405-88C7-4153-B63D-8C5BC3EE2D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D0C2B44-AF97-4129-97B2-4BBBF8760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F80E33D-833C-45F2-A584-268F2C0BF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eb686c1764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f1361105b4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39914e40b4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09" y="324549"/>
            <a:ext cx="1053245" cy="55422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b39201ba2ed4fcb" /><Relationship Type="http://schemas.openxmlformats.org/officeDocument/2006/relationships/image" Target="/ppt/media/image.png" Id="R801ec288dacf4240" /><Relationship Type="http://schemas.openxmlformats.org/officeDocument/2006/relationships/theme" Target="/ppt/slideMasters/theme/theme2.xml" Id="R54daa5a2f2874127" /><Relationship Type="http://schemas.openxmlformats.org/officeDocument/2006/relationships/slideLayout" Target="/ppt/slideLayouts/slideLayout1.xml" Id="Re9a542c6b4ed4e0d" /><Relationship Type="http://schemas.openxmlformats.org/officeDocument/2006/relationships/slideLayout" Target="/ppt/slideLayouts/slideLayout2.xml" Id="Rc236f35b91dd4710" /><Relationship Type="http://schemas.openxmlformats.org/officeDocument/2006/relationships/slideLayout" Target="/ppt/slideLayouts/slideLayout3.xml" Id="R90d6fd534c8b4eb9" /><Relationship Type="http://schemas.openxmlformats.org/officeDocument/2006/relationships/slideLayout" Target="/ppt/slideLayouts/slideLayout4.xml" Id="R8f3894a6f00645d7" /><Relationship Type="http://schemas.openxmlformats.org/officeDocument/2006/relationships/slideLayout" Target="/ppt/slideLayouts/slideLayout5.xml" Id="R89f417f2a45b4a61" /><Relationship Type="http://schemas.openxmlformats.org/officeDocument/2006/relationships/slideLayout" Target="/ppt/slideLayouts/slideLayout6.xml" Id="R6d7c251bb95a4d83" /><Relationship Type="http://schemas.openxmlformats.org/officeDocument/2006/relationships/slideLayout" Target="/ppt/slideLayouts/slideLayout7.xml" Id="Rfc3a86fd267b486b" /><Relationship Type="http://schemas.openxmlformats.org/officeDocument/2006/relationships/slideLayout" Target="/ppt/slideLayouts/slideLayout8.xml" Id="Rffe50b7e84334934" /><Relationship Type="http://schemas.openxmlformats.org/officeDocument/2006/relationships/slideLayout" Target="/ppt/slideLayouts/slideLayout9.xml" Id="R4d694aba68c14b2f" /><Relationship Type="http://schemas.openxmlformats.org/officeDocument/2006/relationships/slideLayout" Target="/ppt/slideLayouts/slideLayout10.xml" Id="Rfbf94e97cd5e414c" /><Relationship Type="http://schemas.openxmlformats.org/officeDocument/2006/relationships/slideLayout" Target="/ppt/slideLayouts/slideLayout11.xml" Id="R3774596b6ab143d0" /><Relationship Type="http://schemas.openxmlformats.org/officeDocument/2006/relationships/slideLayout" Target="/ppt/slideLayouts/slideLayout12.xml" Id="R97a27b3cf4ac49e0" /><Relationship Type="http://schemas.openxmlformats.org/officeDocument/2006/relationships/slideLayout" Target="/ppt/slideLayouts/slideLayout13.xml" Id="R735158e8d39547d0" /><Relationship Type="http://schemas.openxmlformats.org/officeDocument/2006/relationships/slideLayout" Target="/ppt/slideLayouts/slideLayout14.xml" Id="R9655a0329f914c88" /><Relationship Type="http://schemas.openxmlformats.org/officeDocument/2006/relationships/slideLayout" Target="/ppt/slideLayouts/slideLayout15.xml" Id="R638639836b45473e" /><Relationship Type="http://schemas.openxmlformats.org/officeDocument/2006/relationships/slideLayout" Target="/ppt/slideLayouts/slideLayout16.xml" Id="R0b0173d920714c99" /><Relationship Type="http://schemas.openxmlformats.org/officeDocument/2006/relationships/slideLayout" Target="/ppt/slideLayouts/slideLayout17.xml" Id="R1584c418a9774f2f" /><Relationship Type="http://schemas.openxmlformats.org/officeDocument/2006/relationships/slideLayout" Target="/ppt/slideLayouts/slideLayout18.xml" Id="R659b86aaffe64be8" /><Relationship Type="http://schemas.openxmlformats.org/officeDocument/2006/relationships/slideLayout" Target="/ppt/slideLayouts/slideLayout19.xml" Id="Re96a234fb3124920" /><Relationship Type="http://schemas.openxmlformats.org/officeDocument/2006/relationships/slideLayout" Target="/ppt/slideLayouts/slideLayout20.xml" Id="R8f5a6f25401d4b14" /><Relationship Type="http://schemas.openxmlformats.org/officeDocument/2006/relationships/slideLayout" Target="/ppt/slideLayouts/slideLayout21.xml" Id="R5662054585734755" /><Relationship Type="http://schemas.openxmlformats.org/officeDocument/2006/relationships/slideLayout" Target="/ppt/slideLayouts/slideLayout22.xml" Id="R87d42b2c54674053" /><Relationship Type="http://schemas.openxmlformats.org/officeDocument/2006/relationships/slideLayout" Target="/ppt/slideLayouts/slideLayout23.xml" Id="Rb0de4cf857a94091" /><Relationship Type="http://schemas.openxmlformats.org/officeDocument/2006/relationships/slideLayout" Target="/ppt/slideLayouts/slideLayout24.xml" Id="R2b1319176a0448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9201ba2ed4f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9E04FA4-EBC5-4CD4-A348-B10E59B97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8DDBEF-FB74-4F51-9554-A30E4ECF5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BFE029-5F34-4A15-8D3E-D4F0626484D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5A122B-7357-4194-9051-D02E7EB846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22CC43-16A8-4B6F-A25C-4AC6582934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pic>
        <p:nvPicPr>
          <p:cNvPr id="15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ec288dacf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490" y="324549"/>
            <a:ext cx="878854" cy="46245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a542c6b4ed4e0d"/>
    <p:sldLayoutId xmlns:r="http://schemas.openxmlformats.org/officeDocument/2006/relationships" id="2147483650" r:id="Rc236f35b91dd4710"/>
    <p:sldLayoutId xmlns:r="http://schemas.openxmlformats.org/officeDocument/2006/relationships" id="2147483651" r:id="R90d6fd534c8b4eb9"/>
    <p:sldLayoutId xmlns:r="http://schemas.openxmlformats.org/officeDocument/2006/relationships" id="2147483652" r:id="R8f3894a6f00645d7"/>
    <p:sldLayoutId xmlns:r="http://schemas.openxmlformats.org/officeDocument/2006/relationships" id="2147483653" r:id="R89f417f2a45b4a61"/>
    <p:sldLayoutId xmlns:r="http://schemas.openxmlformats.org/officeDocument/2006/relationships" id="2147483654" r:id="R6d7c251bb95a4d83"/>
    <p:sldLayoutId xmlns:r="http://schemas.openxmlformats.org/officeDocument/2006/relationships" id="2147483655" r:id="Rfc3a86fd267b486b"/>
    <p:sldLayoutId xmlns:r="http://schemas.openxmlformats.org/officeDocument/2006/relationships" id="2147483656" r:id="Rffe50b7e84334934"/>
    <p:sldLayoutId xmlns:r="http://schemas.openxmlformats.org/officeDocument/2006/relationships" id="2147483657" r:id="R4d694aba68c14b2f"/>
    <p:sldLayoutId xmlns:r="http://schemas.openxmlformats.org/officeDocument/2006/relationships" id="2147483658" r:id="Rfbf94e97cd5e414c"/>
    <p:sldLayoutId xmlns:r="http://schemas.openxmlformats.org/officeDocument/2006/relationships" id="2147483659" r:id="R3774596b6ab143d0"/>
    <p:sldLayoutId xmlns:r="http://schemas.openxmlformats.org/officeDocument/2006/relationships" id="2147483660" r:id="R97a27b3cf4ac49e0"/>
    <p:sldLayoutId xmlns:r="http://schemas.openxmlformats.org/officeDocument/2006/relationships" id="2147483661" r:id="R735158e8d39547d0"/>
    <p:sldLayoutId xmlns:r="http://schemas.openxmlformats.org/officeDocument/2006/relationships" id="2147483662" r:id="R9655a0329f914c88"/>
    <p:sldLayoutId xmlns:r="http://schemas.openxmlformats.org/officeDocument/2006/relationships" id="2147483663" r:id="R638639836b45473e"/>
    <p:sldLayoutId xmlns:r="http://schemas.openxmlformats.org/officeDocument/2006/relationships" id="2147483664" r:id="R0b0173d920714c99"/>
    <p:sldLayoutId xmlns:r="http://schemas.openxmlformats.org/officeDocument/2006/relationships" id="2147483665" r:id="R1584c418a9774f2f"/>
    <p:sldLayoutId xmlns:r="http://schemas.openxmlformats.org/officeDocument/2006/relationships" id="2147483666" r:id="R659b86aaffe64be8"/>
    <p:sldLayoutId xmlns:r="http://schemas.openxmlformats.org/officeDocument/2006/relationships" id="2147483667" r:id="Re96a234fb3124920"/>
    <p:sldLayoutId xmlns:r="http://schemas.openxmlformats.org/officeDocument/2006/relationships" id="2147483668" r:id="R8f5a6f25401d4b14"/>
    <p:sldLayoutId xmlns:r="http://schemas.openxmlformats.org/officeDocument/2006/relationships" id="2147483669" r:id="R5662054585734755"/>
    <p:sldLayoutId xmlns:r="http://schemas.openxmlformats.org/officeDocument/2006/relationships" id="2147483670" r:id="R87d42b2c54674053"/>
    <p:sldLayoutId xmlns:r="http://schemas.openxmlformats.org/officeDocument/2006/relationships" id="2147483671" r:id="Rb0de4cf857a94091"/>
    <p:sldLayoutId xmlns:r="http://schemas.openxmlformats.org/officeDocument/2006/relationships" id="2147483672" r:id="R2b1319176a04487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ce496d162764b86" /><Relationship Type="http://schemas.openxmlformats.org/officeDocument/2006/relationships/notesSlide" Target="/ppt/notesSlides/notesSlide1.xml" Id="Rb49366648ac4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a94c46c22436f" /><Relationship Type="http://schemas.openxmlformats.org/officeDocument/2006/relationships/notesSlide" Target="/ppt/notesSlides/notesSlide2.xml" Id="Re34603bf5eb8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a90cdab95a4c3c" /><Relationship Type="http://schemas.openxmlformats.org/officeDocument/2006/relationships/notesSlide" Target="/ppt/notesSlides/notesSlide3.xml" Id="R55c6c89ae9b7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0584187b240ca" /><Relationship Type="http://schemas.openxmlformats.org/officeDocument/2006/relationships/notesSlide" Target="/ppt/notesSlides/notesSlide4.xml" Id="R2a46c3a08b224f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2ffcb7eb71438b" /><Relationship Type="http://schemas.openxmlformats.org/officeDocument/2006/relationships/notesSlide" Target="/ppt/notesSlides/notesSlide5.xml" Id="R683ff90f45c4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d833862424a92" /><Relationship Type="http://schemas.openxmlformats.org/officeDocument/2006/relationships/notesSlide" Target="/ppt/notesSlides/notesSlide6.xml" Id="Rc7db3cc4a7fc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352b15fc63468c" /><Relationship Type="http://schemas.openxmlformats.org/officeDocument/2006/relationships/notesSlide" Target="/ppt/notesSlides/notesSlide7.xml" Id="Ra67046a55071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4486eb3ce4785" /><Relationship Type="http://schemas.openxmlformats.org/officeDocument/2006/relationships/notesSlide" Target="/ppt/notesSlides/notesSlide8.xml" Id="R11e862ca67e94e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fc53b769f44d8f" /><Relationship Type="http://schemas.openxmlformats.org/officeDocument/2006/relationships/notesSlide" Target="/ppt/notesSlides/notesSlide9.xml" Id="R52feab03231a42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598f402e134a37" /><Relationship Type="http://schemas.openxmlformats.org/officeDocument/2006/relationships/notesSlide" Target="/ppt/notesSlides/notesSlide10.xml" Id="R69ca2ec4db1c42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006d0f8f414a75" /><Relationship Type="http://schemas.openxmlformats.org/officeDocument/2006/relationships/notesSlide" Target="/ppt/notesSlides/notesSlide11.xml" Id="R967e3f423dc344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708f03ca04fb4" /><Relationship Type="http://schemas.openxmlformats.org/officeDocument/2006/relationships/notesSlide" Target="/ppt/notesSlides/notesSlide12.xml" Id="Rc29f26b31bc24d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dfa6b8bd6c4430" /><Relationship Type="http://schemas.openxmlformats.org/officeDocument/2006/relationships/notesSlide" Target="/ppt/notesSlides/notesSlide13.xml" Id="Re9450446e08846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5fc7a6a114439" /><Relationship Type="http://schemas.openxmlformats.org/officeDocument/2006/relationships/notesSlide" Target="/ppt/notesSlides/notesSlide14.xml" Id="R50ac69db131648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62ad6804945a4" /><Relationship Type="http://schemas.openxmlformats.org/officeDocument/2006/relationships/notesSlide" Target="/ppt/notesSlides/notesSlide15.xml" Id="R26339b8acfc346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639e086114582" /><Relationship Type="http://schemas.openxmlformats.org/officeDocument/2006/relationships/notesSlide" Target="/ppt/notesSlides/notesSlide16.xml" Id="R617ffffc5eea42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b2b2ba36a4918" /><Relationship Type="http://schemas.openxmlformats.org/officeDocument/2006/relationships/notesSlide" Target="/ppt/notesSlides/notesSlide17.xml" Id="R3f6bb7cc95fb45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464892d884bb9" /><Relationship Type="http://schemas.openxmlformats.org/officeDocument/2006/relationships/notesSlide" Target="/ppt/notesSlides/notesSlide18.xml" Id="R44cdf856b10e43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5be29080a34036" /><Relationship Type="http://schemas.openxmlformats.org/officeDocument/2006/relationships/notesSlide" Target="/ppt/notesSlides/notesSlide19.xml" Id="Rdfdd6fc05b1f44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ff2ba17cfe4f29" /><Relationship Type="http://schemas.openxmlformats.org/officeDocument/2006/relationships/image" Target="/ppt/media/image5.jpeg" Id="Raf8b7e61eb4a4e4a" /><Relationship Type="http://schemas.openxmlformats.org/officeDocument/2006/relationships/image" Target="/ppt/media/image2.png" Id="R508084648de443c3" /><Relationship Type="http://schemas.openxmlformats.org/officeDocument/2006/relationships/notesSlide" Target="/ppt/notesSlides/notesSlide20.xml" Id="R91a40dc672ba41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65312EB-F49B-4589-8028-6E494C58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" y="6160135"/>
            <a:ext cx="30480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BCDDFF">
                  <a:alpha val="20000"/>
                </a:srgbClr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申报人：曲艺（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研发三部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）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15548C2-E290-458B-AFD1-C76E97DB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55" y="6160013"/>
            <a:ext cx="17145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19E78E"/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 2026-09-20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A16F5C4-09D5-4910-9629-698AEABB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952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3"/>
          </a:solidFill>
          <a:ln xmlns:a="http://schemas.openxmlformats.org/drawingml/2006/main" w="0">
            <a:solidFill>
              <a:srgbClr val="315D83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81EBEC4-A230-4ED1-8848-1604E020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15D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15D83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1950" b="1">
              <a:solidFill>
                <a:srgbClr val="315D8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03595AD-87BE-4A35-A5B4-0FFA895C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报告生成与模板资产化方案</a:t>
            </a:r>
            <a:endParaRPr sz="51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E1F0C5C-9822-447D-AE3F-E3EE5BF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让</a:t>
            </a: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报告</a:t>
            </a: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模板从代码实现转变为可检索、可复用、可治理的组织资产</a:t>
            </a:r>
            <a:endParaRPr sz="2100" b="0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C95A70-8275-42D8-8E14-C197B72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2380"/>
            <a:ext cx="3531870" cy="1518285"/>
          </a:xfrm>
          <a:prstGeom xmlns:a="http://schemas.openxmlformats.org/drawingml/2006/main" prst="roundRect">
            <a:avLst>
              <a:gd name="adj" fmla="val 865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AD7E3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E92E923-EF35-48C7-9283-0DB95CC5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528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7D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A7D9D"/>
                </a:solidFill>
                <a:latin typeface="Hiragino Sans GB"/>
                <a:ea typeface="Hiragino Sans GB"/>
                <a:cs typeface="Hiragino Sans GB"/>
              </a:rPr>
              <a:t>核心命题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CD3645-89B6-46EC-8B02-E8EC628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5330"/>
            <a:ext cx="2967990" cy="494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Prompt</a:t>
            </a: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即模板</a:t>
            </a:r>
            <a:endParaRPr sz="315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04276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FE06CF28-BFA0-477D-9250-F37374E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3A8B4D-78E2-4A1E-B8A7-583C139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0F13F5B-6C1F-47A2-8533-2E217F8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一次模板调整，往往要走完一轮软件发版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280C27B-A8A9-4535-B47B-32750E7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41401F8-F2B2-42E6-8FEA-A68DBD2E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2F5E5-86BD-40E3-9AC9-E2F816C1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2-glow-wide">
            <a:extLst xmlns:a="http://schemas.openxmlformats.org/drawingml/2006/main">
              <a:ext uri="{FF2B5EF4-FFF2-40B4-BE49-F238E27FC236}">
                <a16:creationId xmlns:a16="http://schemas.microsoft.com/office/drawing/2014/main" id="{4AA2C4DC-5BF3-4DB7-8BB3-8071707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3345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2-glow-core">
            <a:extLst xmlns:a="http://schemas.openxmlformats.org/drawingml/2006/main">
              <a:ext uri="{FF2B5EF4-FFF2-40B4-BE49-F238E27FC236}">
                <a16:creationId xmlns:a16="http://schemas.microsoft.com/office/drawing/2014/main" id="{A1D5D077-BE2C-43B7-A2D9-AFE8803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114675"/>
            <a:ext cx="597408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2-track">
            <a:extLst xmlns:a="http://schemas.openxmlformats.org/drawingml/2006/main">
              <a:ext uri="{FF2B5EF4-FFF2-40B4-BE49-F238E27FC236}">
                <a16:creationId xmlns:a16="http://schemas.microsoft.com/office/drawing/2014/main" id="{AB1F3ACB-35AD-4428-B872-473A4A38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FA5"/>
            </a:solidFill>
            <a:prstDash val="solid"/>
          </a:ln>
        </p:spPr>
      </p:sp>
      <p:sp>
        <p:nvSpPr>
          <p:cNvPr id="38" name="s2-step-1-circle">
            <a:extLst xmlns:a="http://schemas.openxmlformats.org/drawingml/2006/main">
              <a:ext uri="{FF2B5EF4-FFF2-40B4-BE49-F238E27FC236}">
                <a16:creationId xmlns:a16="http://schemas.microsoft.com/office/drawing/2014/main" id="{89BAC152-6979-4E2C-9BF8-C237A72A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2-step-1-text">
            <a:extLst xmlns:a="http://schemas.openxmlformats.org/drawingml/2006/main">
              <a:ext uri="{FF2B5EF4-FFF2-40B4-BE49-F238E27FC236}">
                <a16:creationId xmlns:a16="http://schemas.microsoft.com/office/drawing/2014/main" id="{6BE280B3-38CA-4BB0-B808-852B9D2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2-label-1">
            <a:extLst xmlns:a="http://schemas.openxmlformats.org/drawingml/2006/main">
              <a:ext uri="{FF2B5EF4-FFF2-40B4-BE49-F238E27FC236}">
                <a16:creationId xmlns:a16="http://schemas.microsoft.com/office/drawing/2014/main" id="{FE8B5359-D6E0-4857-9B3F-7A00ED50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业务提出修改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2-step-2-circle">
            <a:extLst xmlns:a="http://schemas.openxmlformats.org/drawingml/2006/main">
              <a:ext uri="{FF2B5EF4-FFF2-40B4-BE49-F238E27FC236}">
                <a16:creationId xmlns:a16="http://schemas.microsoft.com/office/drawing/2014/main" id="{445FFCF0-F839-4C73-B569-94160A6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2-step-2-text">
            <a:extLst xmlns:a="http://schemas.openxmlformats.org/drawingml/2006/main">
              <a:ext uri="{FF2B5EF4-FFF2-40B4-BE49-F238E27FC236}">
                <a16:creationId xmlns:a16="http://schemas.microsoft.com/office/drawing/2014/main" id="{BA39352A-4613-410E-B61A-AF817E57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2-label-2">
            <a:extLst xmlns:a="http://schemas.openxmlformats.org/drawingml/2006/main">
              <a:ext uri="{FF2B5EF4-FFF2-40B4-BE49-F238E27FC236}">
                <a16:creationId xmlns:a16="http://schemas.microsoft.com/office/drawing/2014/main" id="{8EE9F16A-71E7-4B64-85D9-C3C6ED40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产品重新确认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2-step-3-circle">
            <a:extLst xmlns:a="http://schemas.openxmlformats.org/drawingml/2006/main">
              <a:ext uri="{FF2B5EF4-FFF2-40B4-BE49-F238E27FC236}">
                <a16:creationId xmlns:a16="http://schemas.microsoft.com/office/drawing/2014/main" id="{F6130302-9F55-4359-839B-58549EB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2-step-3-text">
            <a:extLst xmlns:a="http://schemas.openxmlformats.org/drawingml/2006/main">
              <a:ext uri="{FF2B5EF4-FFF2-40B4-BE49-F238E27FC236}">
                <a16:creationId xmlns:a16="http://schemas.microsoft.com/office/drawing/2014/main" id="{12C04DAF-7B28-456B-805E-E4F63BE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2-label-3">
            <a:extLst xmlns:a="http://schemas.openxmlformats.org/drawingml/2006/main">
              <a:ext uri="{FF2B5EF4-FFF2-40B4-BE49-F238E27FC236}">
                <a16:creationId xmlns:a16="http://schemas.microsoft.com/office/drawing/2014/main" id="{CC6388A9-EA7F-4205-A1EE-9623D0C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设计调整视觉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2-step-4-circle">
            <a:extLst xmlns:a="http://schemas.openxmlformats.org/drawingml/2006/main">
              <a:ext uri="{FF2B5EF4-FFF2-40B4-BE49-F238E27FC236}">
                <a16:creationId xmlns:a16="http://schemas.microsoft.com/office/drawing/2014/main" id="{65677C03-7F5C-4020-8A81-F857342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2-step-4-text">
            <a:extLst xmlns:a="http://schemas.openxmlformats.org/drawingml/2006/main">
              <a:ext uri="{FF2B5EF4-FFF2-40B4-BE49-F238E27FC236}">
                <a16:creationId xmlns:a16="http://schemas.microsoft.com/office/drawing/2014/main" id="{83BDC1B0-E486-4DF4-ABB7-57B036E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2-label-4">
            <a:extLst xmlns:a="http://schemas.openxmlformats.org/drawingml/2006/main">
              <a:ext uri="{FF2B5EF4-FFF2-40B4-BE49-F238E27FC236}">
                <a16:creationId xmlns:a16="http://schemas.microsoft.com/office/drawing/2014/main" id="{9368416C-B171-4A5D-BBFD-8301DD9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前后端改代码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2-step-5-circle">
            <a:extLst xmlns:a="http://schemas.openxmlformats.org/drawingml/2006/main">
              <a:ext uri="{FF2B5EF4-FFF2-40B4-BE49-F238E27FC236}">
                <a16:creationId xmlns:a16="http://schemas.microsoft.com/office/drawing/2014/main" id="{31D3A7CA-5BC7-4344-AE12-D1B8137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2-step-5-text">
            <a:extLst xmlns:a="http://schemas.openxmlformats.org/drawingml/2006/main">
              <a:ext uri="{FF2B5EF4-FFF2-40B4-BE49-F238E27FC236}">
                <a16:creationId xmlns:a16="http://schemas.microsoft.com/office/drawing/2014/main" id="{E8BE43D8-7C0D-40BB-B30A-77140FC3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2-label-5">
            <a:extLst xmlns:a="http://schemas.openxmlformats.org/drawingml/2006/main">
              <a:ext uri="{FF2B5EF4-FFF2-40B4-BE49-F238E27FC236}">
                <a16:creationId xmlns:a16="http://schemas.microsoft.com/office/drawing/2014/main" id="{22755BA1-E148-4C06-9DBD-11B1E95C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联调与测试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2-step-6-circle">
            <a:extLst xmlns:a="http://schemas.openxmlformats.org/drawingml/2006/main">
              <a:ext uri="{FF2B5EF4-FFF2-40B4-BE49-F238E27FC236}">
                <a16:creationId xmlns:a16="http://schemas.microsoft.com/office/drawing/2014/main" id="{F60F180B-1E0D-43F6-8A07-D4D3BAA2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2-step-6-text">
            <a:extLst xmlns:a="http://schemas.openxmlformats.org/drawingml/2006/main">
              <a:ext uri="{FF2B5EF4-FFF2-40B4-BE49-F238E27FC236}">
                <a16:creationId xmlns:a16="http://schemas.microsoft.com/office/drawing/2014/main" id="{AD386E30-F57B-46D2-A6EA-203CE2F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2-label-6">
            <a:extLst xmlns:a="http://schemas.openxmlformats.org/drawingml/2006/main">
              <a:ext uri="{FF2B5EF4-FFF2-40B4-BE49-F238E27FC236}">
                <a16:creationId xmlns:a16="http://schemas.microsoft.com/office/drawing/2014/main" id="{B80EA502-0965-4EB1-962B-A1778EFD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部署上线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2-step-7-circle">
            <a:extLst xmlns:a="http://schemas.openxmlformats.org/drawingml/2006/main">
              <a:ext uri="{FF2B5EF4-FFF2-40B4-BE49-F238E27FC236}">
                <a16:creationId xmlns:a16="http://schemas.microsoft.com/office/drawing/2014/main" id="{160C385D-8B84-4DB7-B7ED-588A0F61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2-step-7-text">
            <a:extLst xmlns:a="http://schemas.openxmlformats.org/drawingml/2006/main">
              <a:ext uri="{FF2B5EF4-FFF2-40B4-BE49-F238E27FC236}">
                <a16:creationId xmlns:a16="http://schemas.microsoft.com/office/drawing/2014/main" id="{32FAACB2-0D19-4AC0-B549-FAC16BF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2-label-7">
            <a:extLst xmlns:a="http://schemas.openxmlformats.org/drawingml/2006/main">
              <a:ext uri="{FF2B5EF4-FFF2-40B4-BE49-F238E27FC236}">
                <a16:creationId xmlns:a16="http://schemas.microsoft.com/office/drawing/2014/main" id="{1A6FA5ED-5BB3-4B7C-948B-A4DC010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下一次再次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重复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2-root">
            <a:extLst xmlns:a="http://schemas.openxmlformats.org/drawingml/2006/main">
              <a:ext uri="{FF2B5EF4-FFF2-40B4-BE49-F238E27FC236}">
                <a16:creationId xmlns:a16="http://schemas.microsoft.com/office/drawing/2014/main" id="{D0A59D69-0528-4BA1-845A-BBCC650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根因：模板的“业务属性”与“代码属性”强绑定。</a:t>
            </a:r>
            <a:endParaRPr sz="15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2-main">
            <a:extLst xmlns:a="http://schemas.openxmlformats.org/drawingml/2006/main">
              <a:ext uri="{FF2B5EF4-FFF2-40B4-BE49-F238E27FC236}">
                <a16:creationId xmlns:a16="http://schemas.microsoft.com/office/drawing/2014/main" id="{604B3125-CFA2-43A9-BFD7-135833B3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模板天然需要定制化和高频迭代，却仍以软件版本的方式交付。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2-sub">
            <a:extLst xmlns:a="http://schemas.openxmlformats.org/drawingml/2006/main">
              <a:ext uri="{FF2B5EF4-FFF2-40B4-BE49-F238E27FC236}">
                <a16:creationId xmlns:a16="http://schemas.microsoft.com/office/drawing/2014/main" id="{AD12E9F0-9AED-4240-9E9D-BBAB9C8C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每次业务调整都被转化为开发、测试与发布任务。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206545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65B217AF-B5E9-4B2C-83D7-C2AD6082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93F9F38-DC7D-4E08-A02D-283FC929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66003F-88AE-4CBD-A67A-A6E792F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低代码与 AI 直接生成，都只能解决部分问题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C831F5E-F0D9-4C8C-8347-5A7BE85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E5FA76-D742-4477-9DEC-F06174EB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8040C82-0FFD-46CC-BCFD-FF59B72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3-left-field">
            <a:extLst xmlns:a="http://schemas.openxmlformats.org/drawingml/2006/main">
              <a:ext uri="{FF2B5EF4-FFF2-40B4-BE49-F238E27FC236}">
                <a16:creationId xmlns:a16="http://schemas.microsoft.com/office/drawing/2014/main" id="{1212EBD1-1CA6-4D5C-9821-89215F5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3836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3-right-field">
            <a:extLst xmlns:a="http://schemas.openxmlformats.org/drawingml/2006/main">
              <a:ext uri="{FF2B5EF4-FFF2-40B4-BE49-F238E27FC236}">
                <a16:creationId xmlns:a16="http://schemas.microsoft.com/office/drawing/2014/main" id="{8AE2BBB2-D543-4822-B3DC-FE44CB58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3836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3-divider">
            <a:extLst xmlns:a="http://schemas.openxmlformats.org/drawingml/2006/main">
              <a:ext uri="{FF2B5EF4-FFF2-40B4-BE49-F238E27FC236}">
                <a16:creationId xmlns:a16="http://schemas.microsoft.com/office/drawing/2014/main" id="{7B980C17-A77B-41AE-A600-ABF4B8F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576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3-left-number">
            <a:extLst xmlns:a="http://schemas.openxmlformats.org/drawingml/2006/main">
              <a:ext uri="{FF2B5EF4-FFF2-40B4-BE49-F238E27FC236}">
                <a16:creationId xmlns:a16="http://schemas.microsoft.com/office/drawing/2014/main" id="{7FA986F2-ADBC-4A8F-97B3-15F21FB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3100" b="1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3-left-tag">
            <a:extLst xmlns:a="http://schemas.openxmlformats.org/drawingml/2006/main">
              <a:ext uri="{FF2B5EF4-FFF2-40B4-BE49-F238E27FC236}">
                <a16:creationId xmlns:a16="http://schemas.microsoft.com/office/drawing/2014/main" id="{D768161F-A3B7-4380-9025-C1EF73A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66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方案一</a:t>
            </a:r>
            <a:endParaRPr sz="1300" b="1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3-left-title">
            <a:extLst xmlns:a="http://schemas.openxmlformats.org/drawingml/2006/main">
              <a:ext uri="{FF2B5EF4-FFF2-40B4-BE49-F238E27FC236}">
                <a16:creationId xmlns:a16="http://schemas.microsoft.com/office/drawing/2014/main" id="{1F4D88B4-E26C-4EFB-B40E-7A31782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低代码：组件化配置</a:t>
            </a:r>
            <a:endParaRPr sz="2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3-left-flow">
            <a:extLst xmlns:a="http://schemas.openxmlformats.org/drawingml/2006/main">
              <a:ext uri="{FF2B5EF4-FFF2-40B4-BE49-F238E27FC236}">
                <a16:creationId xmlns:a16="http://schemas.microsoft.com/office/drawing/2014/main" id="{28F41A4D-AD5F-4B76-9C33-8DA05353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预置组件与规则 → 业务人员配置组装</a:t>
            </a:r>
            <a:endParaRPr sz="1400" b="0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3-left-relief-label">
            <a:extLst xmlns:a="http://schemas.openxmlformats.org/drawingml/2006/main">
              <a:ext uri="{FF2B5EF4-FFF2-40B4-BE49-F238E27FC236}">
                <a16:creationId xmlns:a16="http://schemas.microsoft.com/office/drawing/2014/main" id="{5F40FE65-474D-4AC5-9FEB-49B17BE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能够缓解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3-left-relief">
            <a:extLst xmlns:a="http://schemas.openxmlformats.org/drawingml/2006/main">
              <a:ext uri="{FF2B5EF4-FFF2-40B4-BE49-F238E27FC236}">
                <a16:creationId xmlns:a16="http://schemas.microsoft.com/office/drawing/2014/main" id="{DD6794C5-E0BD-4642-946A-FA517FF3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在标准化场景中，减少部分重复开发。</a:t>
            </a:r>
            <a:endParaRPr sz="13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3-left-risk-label">
            <a:extLst xmlns:a="http://schemas.openxmlformats.org/drawingml/2006/main">
              <a:ext uri="{FF2B5EF4-FFF2-40B4-BE49-F238E27FC236}">
                <a16:creationId xmlns:a16="http://schemas.microsoft.com/office/drawing/2014/main" id="{8944E0F3-5128-476B-9607-8610B35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主要局限</a:t>
            </a:r>
            <a:endParaRPr sz="125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3-left-risk">
            <a:extLst xmlns:a="http://schemas.openxmlformats.org/drawingml/2006/main">
              <a:ext uri="{FF2B5EF4-FFF2-40B4-BE49-F238E27FC236}">
                <a16:creationId xmlns:a16="http://schemas.microsoft.com/office/drawing/2014/main" id="{1449CDA4-1466-452E-A78F-AAB3771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组件有限，难满足高定制需求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配置方式复杂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平台本身研发成本高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3-right-number">
            <a:extLst xmlns:a="http://schemas.openxmlformats.org/drawingml/2006/main">
              <a:ext uri="{FF2B5EF4-FFF2-40B4-BE49-F238E27FC236}">
                <a16:creationId xmlns:a16="http://schemas.microsoft.com/office/drawing/2014/main" id="{FBBA0E3C-D2A2-4C26-B026-29D2007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31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3-right-tag">
            <a:extLst xmlns:a="http://schemas.openxmlformats.org/drawingml/2006/main">
              <a:ext uri="{FF2B5EF4-FFF2-40B4-BE49-F238E27FC236}">
                <a16:creationId xmlns:a16="http://schemas.microsoft.com/office/drawing/2014/main" id="{53D80855-B85E-4029-832F-516CCDA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66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方案二</a:t>
            </a:r>
            <a:endParaRPr sz="13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3-right-title">
            <a:extLst xmlns:a="http://schemas.openxmlformats.org/drawingml/2006/main">
              <a:ext uri="{FF2B5EF4-FFF2-40B4-BE49-F238E27FC236}">
                <a16:creationId xmlns:a16="http://schemas.microsoft.com/office/drawing/2014/main" id="{C053CBB9-1C46-4B39-80DC-8DD390D3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 直接生成：自由生成</a:t>
            </a:r>
            <a:endParaRPr sz="2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3-right-flow">
            <a:extLst xmlns:a="http://schemas.openxmlformats.org/drawingml/2006/main">
              <a:ext uri="{FF2B5EF4-FFF2-40B4-BE49-F238E27FC236}">
                <a16:creationId xmlns:a16="http://schemas.microsoft.com/office/drawing/2014/main" id="{8587BC26-31DB-48DE-B3AA-CB4DEA7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数据 + 指令 → 大模型直接输出报告</a:t>
            </a:r>
            <a:endParaRPr sz="1400" b="0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3-right-relief-label">
            <a:extLst xmlns:a="http://schemas.openxmlformats.org/drawingml/2006/main">
              <a:ext uri="{FF2B5EF4-FFF2-40B4-BE49-F238E27FC236}">
                <a16:creationId xmlns:a16="http://schemas.microsoft.com/office/drawing/2014/main" id="{7F894F65-3BA6-43F3-8ABF-38B5A01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能够缓解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3-right-relief">
            <a:extLst xmlns:a="http://schemas.openxmlformats.org/drawingml/2006/main">
              <a:ext uri="{FF2B5EF4-FFF2-40B4-BE49-F238E27FC236}">
                <a16:creationId xmlns:a16="http://schemas.microsoft.com/office/drawing/2014/main" id="{88A6AFC7-1267-4038-9E6A-19F32E4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不依赖预先固化的完整模板代码。</a:t>
            </a:r>
            <a:endParaRPr sz="13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3-right-risk-label">
            <a:extLst xmlns:a="http://schemas.openxmlformats.org/drawingml/2006/main">
              <a:ext uri="{FF2B5EF4-FFF2-40B4-BE49-F238E27FC236}">
                <a16:creationId xmlns:a16="http://schemas.microsoft.com/office/drawing/2014/main" id="{8B13611A-79D3-4EAA-B0DF-1E8CDA7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主要问题</a:t>
            </a:r>
            <a:endParaRPr sz="125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3-right-risk">
            <a:extLst xmlns:a="http://schemas.openxmlformats.org/drawingml/2006/main">
              <a:ext uri="{FF2B5EF4-FFF2-40B4-BE49-F238E27FC236}">
                <a16:creationId xmlns:a16="http://schemas.microsoft.com/office/drawing/2014/main" id="{8EB8DF4C-D98B-412C-8E66-D0561AE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672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交付质量一致性与稳定性不足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模型或参数变化带来结构、风格与质量漂移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优秀结果难以稳定复现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3-conclusion">
            <a:extLst xmlns:a="http://schemas.openxmlformats.org/drawingml/2006/main">
              <a:ext uri="{FF2B5EF4-FFF2-40B4-BE49-F238E27FC236}">
                <a16:creationId xmlns:a16="http://schemas.microsoft.com/office/drawing/2014/main" id="{CB12FB68-163E-4213-96BF-40389C6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183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低代码受限于组件边界，AI 直出受限于质量方差；需要兼顾灵活性、复用性与可控性。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504137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0614006B-B484-431C-BC9C-9B739D2C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C349FC-ABB8-4F35-BD42-45057CC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473430-7B1E-45C2-A9CC-88BAB60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需要解决的三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个痛点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A6E3950-CBDE-45C1-B0D5-774EE134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2683643-E473-47A9-BA33-6406C6BE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499188-886E-4DC8-8F1D-DB2765B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4-num-1">
            <a:extLst xmlns:a="http://schemas.openxmlformats.org/drawingml/2006/main">
              <a:ext uri="{FF2B5EF4-FFF2-40B4-BE49-F238E27FC236}">
                <a16:creationId xmlns:a16="http://schemas.microsoft.com/office/drawing/2014/main" id="{148FEA82-7898-4037-B9A6-725D112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3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4-line-1">
            <a:extLst xmlns:a="http://schemas.openxmlformats.org/drawingml/2006/main">
              <a:ext uri="{FF2B5EF4-FFF2-40B4-BE49-F238E27FC236}">
                <a16:creationId xmlns:a16="http://schemas.microsoft.com/office/drawing/2014/main" id="{2E0EC4A4-CF03-4A8E-8EFA-97195A6D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title-1">
            <a:extLst xmlns:a="http://schemas.openxmlformats.org/drawingml/2006/main">
              <a:ext uri="{FF2B5EF4-FFF2-40B4-BE49-F238E27FC236}">
                <a16:creationId xmlns:a16="http://schemas.microsoft.com/office/drawing/2014/main" id="{6AD645FD-13E2-4A8E-AC0D-7203A12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变更驱动代码发版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4-body-1">
            <a:extLst xmlns:a="http://schemas.openxmlformats.org/drawingml/2006/main">
              <a:ext uri="{FF2B5EF4-FFF2-40B4-BE49-F238E27FC236}">
                <a16:creationId xmlns:a16="http://schemas.microsoft.com/office/drawing/2014/main" id="{F1F196E5-8A2C-4254-BE17-A1CF26C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每次样式或内容调整都要经历开发、测试、部署和上线。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4-tag-1">
            <a:extLst xmlns:a="http://schemas.openxmlformats.org/drawingml/2006/main">
              <a:ext uri="{FF2B5EF4-FFF2-40B4-BE49-F238E27FC236}">
                <a16:creationId xmlns:a16="http://schemas.microsoft.com/office/drawing/2014/main" id="{C40ABFDF-A429-4FFF-AF13-1652FBA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0570"/>
            <a:ext cx="2305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响应慢 · 成本高</a:t>
            </a:r>
            <a:endParaRPr sz="15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4-num-2">
            <a:extLst xmlns:a="http://schemas.openxmlformats.org/drawingml/2006/main">
              <a:ext uri="{FF2B5EF4-FFF2-40B4-BE49-F238E27FC236}">
                <a16:creationId xmlns:a16="http://schemas.microsoft.com/office/drawing/2014/main" id="{FAB5DD04-D948-40F8-8B50-17FDD5C2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340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4-line-2">
            <a:extLst xmlns:a="http://schemas.openxmlformats.org/drawingml/2006/main">
              <a:ext uri="{FF2B5EF4-FFF2-40B4-BE49-F238E27FC236}">
                <a16:creationId xmlns:a16="http://schemas.microsoft.com/office/drawing/2014/main" id="{61365013-D554-4CCB-BE37-8B1AB5E9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4-title-2">
            <a:extLst xmlns:a="http://schemas.openxmlformats.org/drawingml/2006/main">
              <a:ext uri="{FF2B5EF4-FFF2-40B4-BE49-F238E27FC236}">
                <a16:creationId xmlns:a16="http://schemas.microsoft.com/office/drawing/2014/main" id="{0F906CCC-BFA3-4D8A-A98E-F471448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跨场景复用困难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4-body-2">
            <a:extLst xmlns:a="http://schemas.openxmlformats.org/drawingml/2006/main">
              <a:ext uri="{FF2B5EF4-FFF2-40B4-BE49-F238E27FC236}">
                <a16:creationId xmlns:a16="http://schemas.microsoft.com/office/drawing/2014/main" id="{54E4C992-F210-4BE6-BCDA-6D48B6C5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模板与技术栈、业务代码、数据结构和渲染环境强绑定。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4-tag-2">
            <a:extLst xmlns:a="http://schemas.openxmlformats.org/drawingml/2006/main">
              <a:ext uri="{FF2B5EF4-FFF2-40B4-BE49-F238E27FC236}">
                <a16:creationId xmlns:a16="http://schemas.microsoft.com/office/drawing/2014/main" id="{7EDFC2D5-6D2B-4888-80E4-1A3B8F4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20" y="2019935"/>
            <a:ext cx="209994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难沉淀 · 难流转</a:t>
            </a:r>
            <a:endParaRPr sz="150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4-num-3">
            <a:extLst xmlns:a="http://schemas.openxmlformats.org/drawingml/2006/main">
              <a:ext uri="{FF2B5EF4-FFF2-40B4-BE49-F238E27FC236}">
                <a16:creationId xmlns:a16="http://schemas.microsoft.com/office/drawing/2014/main" id="{958E679D-6655-4DEC-961D-9523124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3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4-line-3">
            <a:extLst xmlns:a="http://schemas.openxmlformats.org/drawingml/2006/main">
              <a:ext uri="{FF2B5EF4-FFF2-40B4-BE49-F238E27FC236}">
                <a16:creationId xmlns:a16="http://schemas.microsoft.com/office/drawing/2014/main" id="{454953A1-791B-4400-AC72-AAACE05C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4-title-3">
            <a:extLst xmlns:a="http://schemas.openxmlformats.org/drawingml/2006/main">
              <a:ext uri="{FF2B5EF4-FFF2-40B4-BE49-F238E27FC236}">
                <a16:creationId xmlns:a16="http://schemas.microsoft.com/office/drawing/2014/main" id="{E88C0769-443F-4B4A-95AD-C9D32D2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 质量难以复现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4-body-3">
            <a:extLst xmlns:a="http://schemas.openxmlformats.org/drawingml/2006/main">
              <a:ext uri="{FF2B5EF4-FFF2-40B4-BE49-F238E27FC236}">
                <a16:creationId xmlns:a16="http://schemas.microsoft.com/office/drawing/2014/main" id="{AF265B83-FA96-4401-A69A-9C8C95A6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模型和参数不同，结构、风格与质量可能完全不同。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4-tag-3">
            <a:extLst xmlns:a="http://schemas.openxmlformats.org/drawingml/2006/main">
              <a:ext uri="{FF2B5EF4-FFF2-40B4-BE49-F238E27FC236}">
                <a16:creationId xmlns:a16="http://schemas.microsoft.com/office/drawing/2014/main" id="{704F7D03-0160-4ACD-9F05-9B9B86D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93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方差大 · 不稳定</a:t>
            </a:r>
            <a:endParaRPr sz="15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4-result">
            <a:extLst xmlns:a="http://schemas.openxmlformats.org/drawingml/2006/main">
              <a:ext uri="{FF2B5EF4-FFF2-40B4-BE49-F238E27FC236}">
                <a16:creationId xmlns:a16="http://schemas.microsoft.com/office/drawing/2014/main" id="{DBBB3293-6F8C-4292-80BA-4A943DE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38420"/>
            <a:ext cx="1005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结果：优秀的模板经验分散在代码、Agent 流程和应用配置中，难以统一版本、评测和持续迭代。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0311942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5-axis-glow-wide">
            <a:extLst xmlns:a="http://schemas.openxmlformats.org/drawingml/2006/main">
              <a:ext uri="{FF2B5EF4-FFF2-40B4-BE49-F238E27FC236}">
                <a16:creationId xmlns:a16="http://schemas.microsoft.com/office/drawing/2014/main" id="{A183DB81-C36F-4720-A12E-BB4FD84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825" y="2963545"/>
            <a:ext cx="4095750" cy="2332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axis-glow-wide">
            <a:extLst xmlns:a="http://schemas.openxmlformats.org/drawingml/2006/main">
              <a:ext uri="{FF2B5EF4-FFF2-40B4-BE49-F238E27FC236}">
                <a16:creationId xmlns:a16="http://schemas.microsoft.com/office/drawing/2014/main" id="{FAA0CE30-0086-4242-9759-9E599D46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4180"/>
            <a:ext cx="4095750" cy="2332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8D56ABF-99EB-4BCE-A1A5-0191643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8E0C57-CABF-43D6-AF85-46E8CFE2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02 · 核心理念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9B9B9-C742-47AF-A1E3-A854397E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 即模板：用结构化描述替代代码实现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061396F-E9BC-4CFC-87CA-B5D30CAB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EDEC8FE-9B8B-458E-9774-48A7792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6806A1A-47D0-49C9-B0F2-122DBEEE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s5-intro">
            <a:extLst xmlns:a="http://schemas.openxmlformats.org/drawingml/2006/main">
              <a:ext uri="{FF2B5EF4-FFF2-40B4-BE49-F238E27FC236}">
                <a16:creationId xmlns:a16="http://schemas.microsoft.com/office/drawing/2014/main" id="{EFE28616-4409-456D-9D35-13E958EE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模板不再是一段前后端代码</a:t>
            </a:r>
            <a:endParaRPr sz="2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s5-main">
            <a:extLst xmlns:a="http://schemas.openxmlformats.org/drawingml/2006/main">
              <a:ext uri="{FF2B5EF4-FFF2-40B4-BE49-F238E27FC236}">
                <a16:creationId xmlns:a16="http://schemas.microsoft.com/office/drawing/2014/main" id="{C3C1DE94-473E-441F-B373-4808C3A0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而是一份能够描述内容结构、数据语义和视觉规则的结构化 Prompt。</a:t>
            </a:r>
            <a:endParaRPr sz="2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5-left-label">
            <a:extLst xmlns:a="http://schemas.openxmlformats.org/drawingml/2006/main">
              <a:ext uri="{FF2B5EF4-FFF2-40B4-BE49-F238E27FC236}">
                <a16:creationId xmlns:a16="http://schemas.microsoft.com/office/drawing/2014/main" id="{9FEC79F3-97B9-411A-8F52-A977CD73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3638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传统模板</a:t>
            </a:r>
            <a:endParaRPr sz="18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s5-left-value">
            <a:extLst xmlns:a="http://schemas.openxmlformats.org/drawingml/2006/main">
              <a:ext uri="{FF2B5EF4-FFF2-40B4-BE49-F238E27FC236}">
                <a16:creationId xmlns:a16="http://schemas.microsoft.com/office/drawing/2014/main" id="{EB377EC5-0865-4972-A656-B067361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4114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前端组件 + 后端逻辑 + 发布流程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s5-axis">
            <a:extLst xmlns:a="http://schemas.openxmlformats.org/drawingml/2006/main">
              <a:ext uri="{FF2B5EF4-FFF2-40B4-BE49-F238E27FC236}">
                <a16:creationId xmlns:a16="http://schemas.microsoft.com/office/drawing/2014/main" id="{F96AF768-DF64-4C2F-8109-152BC401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205605"/>
            <a:ext cx="157162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57C8"/>
            </a:solidFill>
            <a:prstDash val="solid"/>
          </a:ln>
        </p:spPr>
      </p:sp>
      <p:sp>
        <p:nvSpPr>
          <p:cNvPr id="26" name="s5-right-label">
            <a:extLst xmlns:a="http://schemas.openxmlformats.org/drawingml/2006/main">
              <a:ext uri="{FF2B5EF4-FFF2-40B4-BE49-F238E27FC236}">
                <a16:creationId xmlns:a16="http://schemas.microsoft.com/office/drawing/2014/main" id="{F794AF72-D182-4A2E-BEE7-750B63A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Prompt 模板</a:t>
            </a:r>
            <a:endParaRPr sz="18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5-right-value">
            <a:extLst xmlns:a="http://schemas.openxmlformats.org/drawingml/2006/main">
              <a:ext uri="{FF2B5EF4-FFF2-40B4-BE49-F238E27FC236}">
                <a16:creationId xmlns:a16="http://schemas.microsoft.com/office/drawing/2014/main" id="{EBE76729-C1F4-44F0-8149-CC5B649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148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内容结构 + 规则约束 + 视觉规则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5-conclusion">
            <a:extLst xmlns:a="http://schemas.openxmlformats.org/drawingml/2006/main">
              <a:ext uri="{FF2B5EF4-FFF2-40B4-BE49-F238E27FC236}">
                <a16:creationId xmlns:a16="http://schemas.microsoft.com/office/drawing/2014/main" id="{C654F5F2-71BE-499D-9D27-1FC2F2B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模板从“代码资产”转变为“内容资产”。</a:t>
            </a:r>
            <a:endParaRPr sz="20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99104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F4034139-FBFE-4E20-8AFE-4C93A55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AC069-C9B6-47DB-97B3-468A397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02 · 核心理念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5BCD22-80C6-4BD1-A2A0-A5EB5F9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一个模板，拆成内容与视觉两条可独立演进的轨道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3F8CBC-5844-4C41-951E-41E65DC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FBCE4A9-6207-42AF-B781-82249EF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B69C62-671A-46EA-BE71-490748ED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6-left-track-a">
            <a:extLst xmlns:a="http://schemas.openxmlformats.org/drawingml/2006/main">
              <a:ext uri="{FF2B5EF4-FFF2-40B4-BE49-F238E27FC236}">
                <a16:creationId xmlns:a16="http://schemas.microsoft.com/office/drawing/2014/main" id="{A9F4F0B5-2186-42BC-911A-82A4069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08927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A5"/>
            </a:solidFill>
            <a:prstDash val="solid"/>
          </a:ln>
        </p:spPr>
      </p:sp>
      <p:sp>
        <p:nvSpPr>
          <p:cNvPr id="21" name="s6-left-track-b">
            <a:extLst xmlns:a="http://schemas.openxmlformats.org/drawingml/2006/main">
              <a:ext uri="{FF2B5EF4-FFF2-40B4-BE49-F238E27FC236}">
                <a16:creationId xmlns:a16="http://schemas.microsoft.com/office/drawing/2014/main" id="{1D2972D4-9D53-445F-86C2-8CFBC23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21310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C9EE"/>
            </a:solidFill>
            <a:prstDash val="solid"/>
          </a:ln>
        </p:spPr>
      </p:sp>
      <p:sp>
        <p:nvSpPr>
          <p:cNvPr id="22" name="s6-right-track-a">
            <a:extLst xmlns:a="http://schemas.openxmlformats.org/drawingml/2006/main">
              <a:ext uri="{FF2B5EF4-FFF2-40B4-BE49-F238E27FC236}">
                <a16:creationId xmlns:a16="http://schemas.microsoft.com/office/drawing/2014/main" id="{B421EA7A-4C9B-43F1-9769-8FC47F6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08546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23" name="s6-right-track-b">
            <a:extLst xmlns:a="http://schemas.openxmlformats.org/drawingml/2006/main">
              <a:ext uri="{FF2B5EF4-FFF2-40B4-BE49-F238E27FC236}">
                <a16:creationId xmlns:a16="http://schemas.microsoft.com/office/drawing/2014/main" id="{7AFE240E-E3BC-4928-83C3-33A095D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20929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DDA8"/>
            </a:solidFill>
            <a:prstDash val="solid"/>
          </a:ln>
        </p:spPr>
      </p:sp>
      <p:sp>
        <p:nvSpPr>
          <p:cNvPr id="24" name="s6-left-kicker">
            <a:extLst xmlns:a="http://schemas.openxmlformats.org/drawingml/2006/main">
              <a:ext uri="{FF2B5EF4-FFF2-40B4-BE49-F238E27FC236}">
                <a16:creationId xmlns:a16="http://schemas.microsoft.com/office/drawing/2014/main" id="{6CCE5959-5042-4B60-B0B3-7EF6C0F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790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内容结构维度</a:t>
            </a:r>
            <a:endParaRPr sz="1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6-left-title">
            <a:extLst xmlns:a="http://schemas.openxmlformats.org/drawingml/2006/main">
              <a:ext uri="{FF2B5EF4-FFF2-40B4-BE49-F238E27FC236}">
                <a16:creationId xmlns:a16="http://schemas.microsoft.com/office/drawing/2014/main" id="{6F9D20A1-5EE2-4239-BCCA-E60A427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270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05510E6A-232F-456E-B768-D8B05CD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840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基本信息·变量定义·报告结构·四类规则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6-right-kicker">
            <a:extLst xmlns:a="http://schemas.openxmlformats.org/drawingml/2006/main">
              <a:ext uri="{FF2B5EF4-FFF2-40B4-BE49-F238E27FC236}">
                <a16:creationId xmlns:a16="http://schemas.microsoft.com/office/drawing/2014/main" id="{9AE12C1D-246B-4190-80F7-A154B9A6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21361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视觉规范维度</a:t>
            </a:r>
            <a:endParaRPr sz="1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6-right-title">
            <a:extLst xmlns:a="http://schemas.openxmlformats.org/drawingml/2006/main">
              <a:ext uri="{FF2B5EF4-FFF2-40B4-BE49-F238E27FC236}">
                <a16:creationId xmlns:a16="http://schemas.microsoft.com/office/drawing/2014/main" id="{E8FCAD74-EBF7-40F2-AFFE-2E7B474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51841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6A9E6659-2FCB-4D19-9FAA-D0FABA4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3783330"/>
            <a:ext cx="3965575" cy="102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>
                <a:latin typeface="Hiragino Sans GB"/>
                <a:ea typeface="Hiragino Sans GB"/>
                <a:cs typeface="Hiragino Sans GB"/>
              </a:rPr>
              <a:t>配色方案</a:t>
            </a:r>
            <a:r>
              <a:rPr sz="1600">
                <a:latin typeface="Hiragino Sans GB"/>
                <a:ea typeface="Hiragino Sans GB"/>
                <a:cs typeface="Hiragino Sans GB"/>
              </a:rPr>
              <a:t>·</a:t>
            </a:r>
            <a:r>
              <a:rPr sz="1600"/>
              <a:t>组件主题</a:t>
            </a:r>
            <a:r>
              <a:rPr sz="1600"/>
              <a:t>·</a:t>
            </a:r>
            <a:r>
              <a:rPr sz="1600">
                <a:latin typeface="Hiragino Sans GB"/>
                <a:ea typeface="Hiragino Sans GB"/>
                <a:cs typeface="Hiragino Sans GB"/>
              </a:rPr>
              <a:t>Design Tokens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>
                <a:latin typeface="Hiragino Sans GB"/>
                <a:ea typeface="Hiragino Sans GB"/>
                <a:cs typeface="Hiragino Sans GB"/>
              </a:rPr>
              <a:t>字体规范</a:t>
            </a:r>
            <a:r>
              <a:rPr sz="1600">
                <a:latin typeface="Hiragino Sans GB"/>
                <a:ea typeface="Hiragino Sans GB"/>
                <a:cs typeface="Hiragino Sans GB"/>
              </a:rPr>
              <a:t>·</a:t>
            </a:r>
            <a:r>
              <a:rPr sz="1600">
                <a:latin typeface="Hiragino Sans GB"/>
                <a:ea typeface="Hiragino Sans GB"/>
                <a:cs typeface="Hiragino Sans GB"/>
              </a:rPr>
              <a:t>间距与布局规则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endParaRPr sz="1600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6-common">
            <a:extLst xmlns:a="http://schemas.openxmlformats.org/drawingml/2006/main">
              <a:ext uri="{FF2B5EF4-FFF2-40B4-BE49-F238E27FC236}">
                <a16:creationId xmlns:a16="http://schemas.microsoft.com/office/drawing/2014/main" id="{1EA813AF-692E-4CA3-90E5-1CAC8D7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共同特征：可被 Agent 检索 · 可热拔插 · 可版本化 · 可审核 · 可发布与回滚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616086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145F05F1-C581-4C96-9A96-44511EA6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4E9822-C21B-4DB4-B29B-FB85ABDB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26E28F-72F9-45EA-AD4E-01EB61F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业务入口、模板资产、智能调度与数据能力形成闭环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30322AB-D421-4184-8482-10823F1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F82C777-AF94-4201-B253-82445F65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FC3415-3B91-4C74-968C-6CD7DC4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7-user">
            <a:extLst xmlns:a="http://schemas.openxmlformats.org/drawingml/2006/main">
              <a:ext uri="{FF2B5EF4-FFF2-40B4-BE49-F238E27FC236}">
                <a16:creationId xmlns:a16="http://schemas.microsoft.com/office/drawing/2014/main" id="{5E06E14F-55D6-4C8B-84A4-7E2EFDA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314388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7-user-accent">
            <a:extLst xmlns:a="http://schemas.openxmlformats.org/drawingml/2006/main">
              <a:ext uri="{FF2B5EF4-FFF2-40B4-BE49-F238E27FC236}">
                <a16:creationId xmlns:a16="http://schemas.microsoft.com/office/drawing/2014/main" id="{9F22BCA4-7908-4C3C-95BB-B3E5B052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7-user-title">
            <a:extLst xmlns:a="http://schemas.openxmlformats.org/drawingml/2006/main">
              <a:ext uri="{FF2B5EF4-FFF2-40B4-BE49-F238E27FC236}">
                <a16:creationId xmlns:a16="http://schemas.microsoft.com/office/drawing/2014/main" id="{6BE58DC3-348E-4388-9549-B10DAF3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用户（业务方 / 运营）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7-user-body">
            <a:extLst xmlns:a="http://schemas.openxmlformats.org/drawingml/2006/main">
              <a:ext uri="{FF2B5EF4-FFF2-40B4-BE49-F238E27FC236}">
                <a16:creationId xmlns:a16="http://schemas.microsoft.com/office/drawing/2014/main" id="{EE5567C7-AE4F-4237-A577-DD4F71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提出需求 · 管理模板 · 审阅结果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7-customer">
            <a:extLst xmlns:a="http://schemas.openxmlformats.org/drawingml/2006/main">
              <a:ext uri="{FF2B5EF4-FFF2-40B4-BE49-F238E27FC236}">
                <a16:creationId xmlns:a16="http://schemas.microsoft.com/office/drawing/2014/main" id="{18B9FA57-5CB9-470C-922B-AA8629C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7-customer-accent">
            <a:extLst xmlns:a="http://schemas.openxmlformats.org/drawingml/2006/main">
              <a:ext uri="{FF2B5EF4-FFF2-40B4-BE49-F238E27FC236}">
                <a16:creationId xmlns:a16="http://schemas.microsoft.com/office/drawing/2014/main" id="{3394B4C4-56A8-426C-BFCF-EFCE22C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7-customer-title">
            <a:extLst xmlns:a="http://schemas.openxmlformats.org/drawingml/2006/main">
              <a:ext uri="{FF2B5EF4-FFF2-40B4-BE49-F238E27FC236}">
                <a16:creationId xmlns:a16="http://schemas.microsoft.com/office/drawing/2014/main" id="{09C86978-9D0F-40E4-8547-609C41E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客户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7-customer-body">
            <a:extLst xmlns:a="http://schemas.openxmlformats.org/drawingml/2006/main">
              <a:ext uri="{FF2B5EF4-FFF2-40B4-BE49-F238E27FC236}">
                <a16:creationId xmlns:a16="http://schemas.microsoft.com/office/drawing/2014/main" id="{6DFD9A43-0817-4846-ADC0-2358F34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提出需求·查看报告·下载导出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7-workbench">
            <a:extLst xmlns:a="http://schemas.openxmlformats.org/drawingml/2006/main">
              <a:ext uri="{FF2B5EF4-FFF2-40B4-BE49-F238E27FC236}">
                <a16:creationId xmlns:a16="http://schemas.microsoft.com/office/drawing/2014/main" id="{0E248886-F984-4C90-976E-A66473E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3143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7-workbench-accent">
            <a:extLst xmlns:a="http://schemas.openxmlformats.org/drawingml/2006/main">
              <a:ext uri="{FF2B5EF4-FFF2-40B4-BE49-F238E27FC236}">
                <a16:creationId xmlns:a16="http://schemas.microsoft.com/office/drawing/2014/main" id="{D32F2A84-3BDF-44FF-8680-B70860C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7-workbench-title">
            <a:extLst xmlns:a="http://schemas.openxmlformats.org/drawingml/2006/main">
              <a:ext uri="{FF2B5EF4-FFF2-40B4-BE49-F238E27FC236}">
                <a16:creationId xmlns:a16="http://schemas.microsoft.com/office/drawing/2014/main" id="{22E11D42-B3D0-4A19-BABC-ACD8C96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Prompt模板工作台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7-workbench-body">
            <a:extLst xmlns:a="http://schemas.openxmlformats.org/drawingml/2006/main">
              <a:ext uri="{FF2B5EF4-FFF2-40B4-BE49-F238E27FC236}">
                <a16:creationId xmlns:a16="http://schemas.microsoft.com/office/drawing/2014/main" id="{80C4BE1D-575F-42E1-AA38-19F0639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AI 辅助生成/调整·模板全生命周期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7-agent">
            <a:extLst xmlns:a="http://schemas.openxmlformats.org/drawingml/2006/main">
              <a:ext uri="{FF2B5EF4-FFF2-40B4-BE49-F238E27FC236}">
                <a16:creationId xmlns:a16="http://schemas.microsoft.com/office/drawing/2014/main" id="{38CCE98A-BA52-4B4E-8BA9-8EF3AF8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2381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7-agent-title">
            <a:extLst xmlns:a="http://schemas.openxmlformats.org/drawingml/2006/main">
              <a:ext uri="{FF2B5EF4-FFF2-40B4-BE49-F238E27FC236}">
                <a16:creationId xmlns:a16="http://schemas.microsoft.com/office/drawing/2014/main" id="{7EEC2EA0-4D3D-4806-AD22-D344B12A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Agent</a:t>
            </a:r>
            <a:endParaRPr sz="2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7-agent-body">
            <a:extLst xmlns:a="http://schemas.openxmlformats.org/drawingml/2006/main">
              <a:ext uri="{FF2B5EF4-FFF2-40B4-BE49-F238E27FC236}">
                <a16:creationId xmlns:a16="http://schemas.microsoft.com/office/drawing/2014/main" id="{31F8FC38-5431-426A-BB71-69910192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670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意图理解 · 模板匹配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资料研究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·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报告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结果验证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·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多轮修改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7-frontend">
            <a:extLst xmlns:a="http://schemas.openxmlformats.org/drawingml/2006/main">
              <a:ext uri="{FF2B5EF4-FFF2-40B4-BE49-F238E27FC236}">
                <a16:creationId xmlns:a16="http://schemas.microsoft.com/office/drawing/2014/main" id="{BF3FF867-C097-44E1-A512-8796D6A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3143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7-frontend-accent">
            <a:extLst xmlns:a="http://schemas.openxmlformats.org/drawingml/2006/main">
              <a:ext uri="{FF2B5EF4-FFF2-40B4-BE49-F238E27FC236}">
                <a16:creationId xmlns:a16="http://schemas.microsoft.com/office/drawing/2014/main" id="{1691926F-DA45-4330-ABB3-191C4BE6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7-frontend-title">
            <a:extLst xmlns:a="http://schemas.openxmlformats.org/drawingml/2006/main">
              <a:ext uri="{FF2B5EF4-FFF2-40B4-BE49-F238E27FC236}">
                <a16:creationId xmlns:a16="http://schemas.microsoft.com/office/drawing/2014/main" id="{E1179A2E-85DA-49F7-9686-0BEBBA5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前端交互层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7-frontend-body">
            <a:extLst xmlns:a="http://schemas.openxmlformats.org/drawingml/2006/main">
              <a:ext uri="{FF2B5EF4-FFF2-40B4-BE49-F238E27FC236}">
                <a16:creationId xmlns:a16="http://schemas.microsoft.com/office/drawing/2014/main" id="{7362C305-5C08-4A8D-BF47-98165D9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 对话·HTML 报告安全渲染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7-design">
            <a:extLst xmlns:a="http://schemas.openxmlformats.org/drawingml/2006/main">
              <a:ext uri="{FF2B5EF4-FFF2-40B4-BE49-F238E27FC236}">
                <a16:creationId xmlns:a16="http://schemas.microsoft.com/office/drawing/2014/main" id="{17BFC631-E3DE-4184-9A6A-9532AC85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7-design-accent">
            <a:extLst xmlns:a="http://schemas.openxmlformats.org/drawingml/2006/main">
              <a:ext uri="{FF2B5EF4-FFF2-40B4-BE49-F238E27FC236}">
                <a16:creationId xmlns:a16="http://schemas.microsoft.com/office/drawing/2014/main" id="{948AACF0-BFC5-465C-9CEF-9C0A25EE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7-design-title">
            <a:extLst xmlns:a="http://schemas.openxmlformats.org/drawingml/2006/main">
              <a:ext uri="{FF2B5EF4-FFF2-40B4-BE49-F238E27FC236}">
                <a16:creationId xmlns:a16="http://schemas.microsoft.com/office/drawing/2014/main" id="{CE02AF9E-F0C2-4945-AD20-22516777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43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设计平台（可选）：MCP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7-library">
            <a:extLst xmlns:a="http://schemas.openxmlformats.org/drawingml/2006/main">
              <a:ext uri="{FF2B5EF4-FFF2-40B4-BE49-F238E27FC236}">
                <a16:creationId xmlns:a16="http://schemas.microsoft.com/office/drawing/2014/main" id="{98212A5E-356E-4F99-A96F-772CA1E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3143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7-library-accent">
            <a:extLst xmlns:a="http://schemas.openxmlformats.org/drawingml/2006/main">
              <a:ext uri="{FF2B5EF4-FFF2-40B4-BE49-F238E27FC236}">
                <a16:creationId xmlns:a16="http://schemas.microsoft.com/office/drawing/2014/main" id="{BEDA06C1-EDE9-4F36-8A15-64DEDB5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7-library-title">
            <a:extLst xmlns:a="http://schemas.openxmlformats.org/drawingml/2006/main">
              <a:ext uri="{FF2B5EF4-FFF2-40B4-BE49-F238E27FC236}">
                <a16:creationId xmlns:a16="http://schemas.microsoft.com/office/drawing/2014/main" id="{364EE9BA-A91F-41D9-8DA6-51E027E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0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双轨模板库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7-library-body">
            <a:extLst xmlns:a="http://schemas.openxmlformats.org/drawingml/2006/main">
              <a:ext uri="{FF2B5EF4-FFF2-40B4-BE49-F238E27FC236}">
                <a16:creationId xmlns:a16="http://schemas.microsoft.com/office/drawing/2014/main" id="{16867E9E-1974-4FDF-BD25-A10D656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435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 · Design-skill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7-data">
            <a:extLst xmlns:a="http://schemas.openxmlformats.org/drawingml/2006/main">
              <a:ext uri="{FF2B5EF4-FFF2-40B4-BE49-F238E27FC236}">
                <a16:creationId xmlns:a16="http://schemas.microsoft.com/office/drawing/2014/main" id="{E7FCE702-9148-4CB1-B0A1-7E9E02A0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9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7-data-accent">
            <a:extLst xmlns:a="http://schemas.openxmlformats.org/drawingml/2006/main">
              <a:ext uri="{FF2B5EF4-FFF2-40B4-BE49-F238E27FC236}">
                <a16:creationId xmlns:a16="http://schemas.microsoft.com/office/drawing/2014/main" id="{B9B503C1-4A0C-4733-BC01-C73EC89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9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7-data-title">
            <a:extLst xmlns:a="http://schemas.openxmlformats.org/drawingml/2006/main">
              <a:ext uri="{FF2B5EF4-FFF2-40B4-BE49-F238E27FC236}">
                <a16:creationId xmlns:a16="http://schemas.microsoft.com/office/drawing/2014/main" id="{65417181-7CB9-4642-8A5B-E0A7194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43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数据/后端：可靠数据源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88" name="肘形连接符 104"/>
          <p:cNvCxnSpPr>
            <a:stCxn xmlns:a="http://schemas.openxmlformats.org/drawingml/2006/main" id="34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rot="5400000">
            <a:off x="2152968" y="2676208"/>
            <a:ext cx="647700" cy="635"/>
          </a:xfrm>
          <a:prstGeom xmlns:a="http://schemas.openxmlformats.org/drawingml/2006/main" prst="bentConnector3">
            <a:avLst>
              <a:gd name="adj1" fmla="val 49951"/>
            </a:avLst>
          </a:prstGeom>
          <a:ln xmlns:a="http://schemas.openxmlformats.org/drawingml/2006/main" w="14288">
            <a:solidFill>
              <a:srgbClr val="2F6FA5"/>
            </a:solidFill>
            <a:prstDash val="solid"/>
            <a:tailEnd type="triangle" w="sm" len="sm"/>
          </a:ln>
        </p:spPr>
      </p:cxnSp>
      <p:cxnSp>
        <p:nvCxnSpPr>
          <p:cNvPr id="189" name="肘形连接符 105"/>
          <p:cNvCxnSpPr>
            <a:stCxn xmlns:a="http://schemas.openxmlformats.org/drawingml/2006/main" id="3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 rot="5400000" flipV="1">
            <a:off x="9391650" y="2676525"/>
            <a:ext cx="647700" cy="3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57BDE4"/>
            </a:solidFill>
            <a:prstDash val="solid"/>
            <a:tailEnd type="triangle" w="sm" len="sm"/>
          </a:ln>
        </p:spPr>
      </p:cxnSp>
      <p:cxnSp>
        <p:nvCxnSpPr>
          <p:cNvPr id="190" name="肘形连接符 106"/>
          <p:cNvCxnSpPr>
            <a:stCxn xmlns:a="http://schemas.openxmlformats.org/drawingml/2006/main" id="42" idx="2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476500" y="4124325"/>
            <a:ext cx="2047875" cy="1266825"/>
          </a:xfrm>
          <a:prstGeom xmlns:a="http://schemas.openxmlformats.org/drawingml/2006/main" prst="bentConnector5">
            <a:avLst>
              <a:gd name="adj1" fmla="val 0"/>
              <a:gd name="adj2" fmla="val 18045"/>
              <a:gd name="adj3" fmla="val 88837"/>
            </a:avLst>
          </a:prstGeom>
          <a:ln xmlns:a="http://schemas.openxmlformats.org/drawingml/2006/main" w="14288">
            <a:solidFill>
              <a:srgbClr val="2F6FA5"/>
            </a:solidFill>
            <a:prstDash val="solid"/>
            <a:tailEnd type="triangle" w="sm" len="sm"/>
          </a:ln>
        </p:spPr>
      </p:cxnSp>
      <p:cxnSp>
        <p:nvCxnSpPr>
          <p:cNvPr id="191" name="直接箭头连接符 107"/>
          <p:cNvCxnSpPr>
            <a:stCxn xmlns:a="http://schemas.openxmlformats.org/drawingml/2006/main" id="56" idx="0"/>
            <a:endCxn xmlns:a="http://schemas.openxmlformats.org/drawingml/2006/main" id="46" idx="4"/>
          </p:cNvCxnSpPr>
          <p:nvPr/>
        </p:nvCxnSpPr>
        <p:spPr>
          <a:xfrm xmlns:a="http://schemas.openxmlformats.org/drawingml/2006/main" flipV="1">
            <a:off x="6096000" y="38671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9187"/>
            </a:solidFill>
            <a:prstDash val="solid"/>
            <a:tailEnd type="triangle" w="sm" len="sm"/>
          </a:ln>
        </p:spPr>
      </p:cxnSp>
      <p:cxnSp>
        <p:nvCxnSpPr>
          <p:cNvPr id="192" name="肘形连接符 109"/>
          <p:cNvCxnSpPr>
            <a:stCxn xmlns:a="http://schemas.openxmlformats.org/drawingml/2006/main" id="60" idx="0"/>
            <a:endCxn xmlns:a="http://schemas.openxmlformats.org/drawingml/2006/main" id="46" idx="4"/>
          </p:cNvCxnSpPr>
          <p:nvPr/>
        </p:nvCxnSpPr>
        <p:spPr>
          <a:xfrm xmlns:a="http://schemas.openxmlformats.org/drawingml/2006/main" rot="16200000" flipV="1">
            <a:off x="7329488" y="2633663"/>
            <a:ext cx="1152525" cy="3619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D9187"/>
            </a:solidFill>
            <a:prstDash val="solid"/>
            <a:tailEnd type="triangle" w="sm" len="sm"/>
          </a:ln>
        </p:spPr>
      </p:cxnSp>
      <p:cxnSp>
        <p:nvCxnSpPr>
          <p:cNvPr id="193" name="直接箭头连接符 110"/>
          <p:cNvCxnSpPr>
            <a:stCxn xmlns:a="http://schemas.openxmlformats.org/drawingml/2006/main" id="53" idx="0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2476500" y="4124325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843D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16580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10E5235-B7E3-471A-884A-063C1FF9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FAF882C-3863-408F-9E85-858C144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1237F29-6B29-46A0-8C63-0AAE2AD8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工作台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完整的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辅助生成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流程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4752664-3EEA-4F1A-921C-49E5FFF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A87CEC-63E3-421F-8428-105E235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84E6E6-E25E-4408-84B5-167F611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8-track-top">
            <a:extLst xmlns:a="http://schemas.openxmlformats.org/drawingml/2006/main">
              <a:ext uri="{FF2B5EF4-FFF2-40B4-BE49-F238E27FC236}">
                <a16:creationId xmlns:a16="http://schemas.microsoft.com/office/drawing/2014/main" id="{AD65D0E0-40F3-49A0-BC03-F51AC9E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648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51" name="s8-track-turn">
            <a:extLst xmlns:a="http://schemas.openxmlformats.org/drawingml/2006/main">
              <a:ext uri="{FF2B5EF4-FFF2-40B4-BE49-F238E27FC236}">
                <a16:creationId xmlns:a16="http://schemas.microsoft.com/office/drawing/2014/main" id="{24058BF3-E72E-4BDE-AB53-53FEE15C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6480"/>
            <a:ext cx="200025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52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838FD960-C475-4C0E-8B3D-D5244C6B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198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53" name="s8-1-circle">
            <a:extLst xmlns:a="http://schemas.openxmlformats.org/drawingml/2006/main">
              <a:ext uri="{FF2B5EF4-FFF2-40B4-BE49-F238E27FC236}">
                <a16:creationId xmlns:a16="http://schemas.microsoft.com/office/drawing/2014/main" id="{7040E2FF-A1E5-47E1-AB5C-159DA802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8-1-text">
            <a:extLst xmlns:a="http://schemas.openxmlformats.org/drawingml/2006/main">
              <a:ext uri="{FF2B5EF4-FFF2-40B4-BE49-F238E27FC236}">
                <a16:creationId xmlns:a16="http://schemas.microsoft.com/office/drawing/2014/main" id="{B2B76E02-C11D-43EF-891B-6AC9043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8-1-title">
            <a:extLst xmlns:a="http://schemas.openxmlformats.org/drawingml/2006/main">
              <a:ext uri="{FF2B5EF4-FFF2-40B4-BE49-F238E27FC236}">
                <a16:creationId xmlns:a16="http://schemas.microsoft.com/office/drawing/2014/main" id="{0F80FAE5-05A1-4AAC-B732-6B85B52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新建草稿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8-1-body">
            <a:extLst xmlns:a="http://schemas.openxmlformats.org/drawingml/2006/main">
              <a:ext uri="{FF2B5EF4-FFF2-40B4-BE49-F238E27FC236}">
                <a16:creationId xmlns:a16="http://schemas.microsoft.com/office/drawing/2014/main" id="{1E6B7F2F-9E42-4207-AC9F-B7613CBF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输入模板名称，进入模板工作台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8-2-circle">
            <a:extLst xmlns:a="http://schemas.openxmlformats.org/drawingml/2006/main">
              <a:ext uri="{FF2B5EF4-FFF2-40B4-BE49-F238E27FC236}">
                <a16:creationId xmlns:a16="http://schemas.microsoft.com/office/drawing/2014/main" id="{E504AE35-26D8-4A6A-B334-D226B63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8-2-text">
            <a:extLst xmlns:a="http://schemas.openxmlformats.org/drawingml/2006/main">
              <a:ext uri="{FF2B5EF4-FFF2-40B4-BE49-F238E27FC236}">
                <a16:creationId xmlns:a16="http://schemas.microsoft.com/office/drawing/2014/main" id="{3ED6E657-4963-4219-9C31-F2577E2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8-2-title">
            <a:extLst xmlns:a="http://schemas.openxmlformats.org/drawingml/2006/main">
              <a:ext uri="{FF2B5EF4-FFF2-40B4-BE49-F238E27FC236}">
                <a16:creationId xmlns:a16="http://schemas.microsoft.com/office/drawing/2014/main" id="{4ED21268-32C4-4791-8EF6-E17C63FB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7271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描述需求或上传资料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8-2-body">
            <a:extLst xmlns:a="http://schemas.openxmlformats.org/drawingml/2006/main">
              <a:ext uri="{FF2B5EF4-FFF2-40B4-BE49-F238E27FC236}">
                <a16:creationId xmlns:a16="http://schemas.microsoft.com/office/drawing/2014/main" id="{886E2819-0816-4E5D-83C8-E50DCF43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1561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说明业务目标，或上传参考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附件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8-3-circle">
            <a:extLst xmlns:a="http://schemas.openxmlformats.org/drawingml/2006/main">
              <a:ext uri="{FF2B5EF4-FFF2-40B4-BE49-F238E27FC236}">
                <a16:creationId xmlns:a16="http://schemas.microsoft.com/office/drawing/2014/main" id="{A17F53A9-B3FC-4CE7-9878-C662495C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8-3-text">
            <a:extLst xmlns:a="http://schemas.openxmlformats.org/drawingml/2006/main">
              <a:ext uri="{FF2B5EF4-FFF2-40B4-BE49-F238E27FC236}">
                <a16:creationId xmlns:a16="http://schemas.microsoft.com/office/drawing/2014/main" id="{7B0737EA-7CC6-44A4-A9B6-102E7CC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s8-3-title">
            <a:extLst xmlns:a="http://schemas.openxmlformats.org/drawingml/2006/main">
              <a:ext uri="{FF2B5EF4-FFF2-40B4-BE49-F238E27FC236}">
                <a16:creationId xmlns:a16="http://schemas.microsoft.com/office/drawing/2014/main" id="{6E2711C7-0920-401C-9281-396E9B0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7271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Agent 判断操作路径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8-3-body">
            <a:extLst xmlns:a="http://schemas.openxmlformats.org/drawingml/2006/main">
              <a:ext uri="{FF2B5EF4-FFF2-40B4-BE49-F238E27FC236}">
                <a16:creationId xmlns:a16="http://schemas.microsoft.com/office/drawing/2014/main" id="{BA1F7285-1A3D-44E4-845D-BB3691B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15615"/>
            <a:ext cx="251523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自动判断完整生成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局部调整或追问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s8-4-circle">
            <a:extLst xmlns:a="http://schemas.openxmlformats.org/drawingml/2006/main">
              <a:ext uri="{FF2B5EF4-FFF2-40B4-BE49-F238E27FC236}">
                <a16:creationId xmlns:a16="http://schemas.microsoft.com/office/drawing/2014/main" id="{2AA21C79-E72C-4FC1-BF71-9F5BC07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15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8-4-text">
            <a:extLst xmlns:a="http://schemas.openxmlformats.org/drawingml/2006/main">
              <a:ext uri="{FF2B5EF4-FFF2-40B4-BE49-F238E27FC236}">
                <a16:creationId xmlns:a16="http://schemas.microsoft.com/office/drawing/2014/main" id="{1B19BE9D-C6E7-480A-8D34-502F958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15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s8-4-title">
            <a:extLst xmlns:a="http://schemas.openxmlformats.org/drawingml/2006/main">
              <a:ext uri="{FF2B5EF4-FFF2-40B4-BE49-F238E27FC236}">
                <a16:creationId xmlns:a16="http://schemas.microsoft.com/office/drawing/2014/main" id="{84478E83-7B3A-40FB-9B22-09554BD5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生成模板候选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8-4-body">
            <a:extLst xmlns:a="http://schemas.openxmlformats.org/drawingml/2006/main">
              <a:ext uri="{FF2B5EF4-FFF2-40B4-BE49-F238E27FC236}">
                <a16:creationId xmlns:a16="http://schemas.microsoft.com/office/drawing/2014/main" id="{CB59994E-B957-47C6-A932-45E6CA9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结构化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或输出最小修改补丁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s8-5-circle">
            <a:extLst xmlns:a="http://schemas.openxmlformats.org/drawingml/2006/main">
              <a:ext uri="{FF2B5EF4-FFF2-40B4-BE49-F238E27FC236}">
                <a16:creationId xmlns:a16="http://schemas.microsoft.com/office/drawing/2014/main" id="{7AEC6B23-9513-447F-B065-026C7C0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8-5-text">
            <a:extLst xmlns:a="http://schemas.openxmlformats.org/drawingml/2006/main">
              <a:ext uri="{FF2B5EF4-FFF2-40B4-BE49-F238E27FC236}">
                <a16:creationId xmlns:a16="http://schemas.microsoft.com/office/drawing/2014/main" id="{6E527F0D-63F3-4346-95FA-C0D2DFA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8-5-title">
            <a:extLst xmlns:a="http://schemas.openxmlformats.org/drawingml/2006/main">
              <a:ext uri="{FF2B5EF4-FFF2-40B4-BE49-F238E27FC236}">
                <a16:creationId xmlns:a16="http://schemas.microsoft.com/office/drawing/2014/main" id="{CED5EF27-931B-442D-844C-3553930B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人工编辑与自动保存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8-5-body">
            <a:extLst xmlns:a="http://schemas.openxmlformats.org/drawingml/2006/main">
              <a:ext uri="{FF2B5EF4-FFF2-40B4-BE49-F238E27FC236}">
                <a16:creationId xmlns:a16="http://schemas.microsoft.com/office/drawing/2014/main" id="{E0F63828-D172-4EEB-8374-C4A4EEAB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在编辑区检查并修改字段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内容自动保存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s8-6-circle">
            <a:extLst xmlns:a="http://schemas.openxmlformats.org/drawingml/2006/main">
              <a:ext uri="{FF2B5EF4-FFF2-40B4-BE49-F238E27FC236}">
                <a16:creationId xmlns:a16="http://schemas.microsoft.com/office/drawing/2014/main" id="{402A08A2-88AA-4914-88B4-FCA9445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8-6-text">
            <a:extLst xmlns:a="http://schemas.openxmlformats.org/drawingml/2006/main">
              <a:ext uri="{FF2B5EF4-FFF2-40B4-BE49-F238E27FC236}">
                <a16:creationId xmlns:a16="http://schemas.microsoft.com/office/drawing/2014/main" id="{A643A606-3A62-45A0-874B-A15C46D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8-6-title">
            <a:extLst xmlns:a="http://schemas.openxmlformats.org/drawingml/2006/main">
              <a:ext uri="{FF2B5EF4-FFF2-40B4-BE49-F238E27FC236}">
                <a16:creationId xmlns:a16="http://schemas.microsoft.com/office/drawing/2014/main" id="{57879725-1B78-4697-9112-A83580C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验证、启用与复用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s8-6-body">
            <a:extLst xmlns:a="http://schemas.openxmlformats.org/drawingml/2006/main">
              <a:ext uri="{FF2B5EF4-FFF2-40B4-BE49-F238E27FC236}">
                <a16:creationId xmlns:a16="http://schemas.microsoft.com/office/drawing/2014/main" id="{7E2C6BFE-1C9F-4871-A913-F3E82DAD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验证通过后启用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也可 Fork 后继续迭代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s8-current">
            <a:extLst xmlns:a="http://schemas.openxmlformats.org/drawingml/2006/main">
              <a:ext uri="{FF2B5EF4-FFF2-40B4-BE49-F238E27FC236}">
                <a16:creationId xmlns:a16="http://schemas.microsoft.com/office/drawing/2014/main" id="{876D981D-5933-4683-8603-D67FD79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Agent 对话、自动保存、模板验证、Fork 和启停，验证结果持续推动模板修正。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62C661FF-ADEC-489C-95BF-4FC99FAC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96250" y="4412615"/>
            <a:ext cx="200088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9" name="s8-track-turn">
            <a:extLst xmlns:a="http://schemas.openxmlformats.org/drawingml/2006/main">
              <a:ext uri="{FF2B5EF4-FFF2-40B4-BE49-F238E27FC236}">
                <a16:creationId xmlns:a16="http://schemas.microsoft.com/office/drawing/2014/main" id="{C05E8913-3FE3-4761-BC7F-1B45EC73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325" y="2299970"/>
            <a:ext cx="1270" cy="1128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10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C04700E3-3DE0-4CAE-81B4-15783187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095230" y="3338830"/>
            <a:ext cx="635" cy="107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387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9D4D030A-B0DF-41C5-8759-69C803A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BDC0F2-374A-47DF-AA01-D5AC1F9A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AB4A1F-F36B-44E0-AC0A-931F12E5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工作台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Agent 的受控工作流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D2E779C-0580-4CF8-8714-6228919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7005A49-130B-40A9-9813-9C849D7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BF4CE6A-508E-42EF-8548-D2E24925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9-spine">
            <a:extLst xmlns:a="http://schemas.openxmlformats.org/drawingml/2006/main">
              <a:ext uri="{FF2B5EF4-FFF2-40B4-BE49-F238E27FC236}">
                <a16:creationId xmlns:a16="http://schemas.microsoft.com/office/drawing/2014/main" id="{A28E31BF-4C09-43C4-8396-E45F53C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04440"/>
            <a:ext cx="9448800" cy="1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8C9EE"/>
            </a:solidFill>
            <a:prstDash val="solid"/>
          </a:ln>
        </p:spPr>
      </p:sp>
      <p:sp>
        <p:nvSpPr>
          <p:cNvPr id="46" name="s9-1-circle">
            <a:extLst xmlns:a="http://schemas.openxmlformats.org/drawingml/2006/main">
              <a:ext uri="{FF2B5EF4-FFF2-40B4-BE49-F238E27FC236}">
                <a16:creationId xmlns:a16="http://schemas.microsoft.com/office/drawing/2014/main" id="{A6A53954-A958-4D37-BF6B-62E56C8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9-1-text">
            <a:extLst xmlns:a="http://schemas.openxmlformats.org/drawingml/2006/main">
              <a:ext uri="{FF2B5EF4-FFF2-40B4-BE49-F238E27FC236}">
                <a16:creationId xmlns:a16="http://schemas.microsoft.com/office/drawing/2014/main" id="{C929899E-3168-4DAD-890D-454F0B87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9-1-title">
            <a:extLst xmlns:a="http://schemas.openxmlformats.org/drawingml/2006/main">
              <a:ext uri="{FF2B5EF4-FFF2-40B4-BE49-F238E27FC236}">
                <a16:creationId xmlns:a16="http://schemas.microsoft.com/office/drawing/2014/main" id="{93B23C82-E2FD-41B6-ACF5-B5632C6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读取最新快照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9-1-body">
            <a:extLst xmlns:a="http://schemas.openxmlformats.org/drawingml/2006/main">
              <a:ext uri="{FF2B5EF4-FFF2-40B4-BE49-F238E27FC236}">
                <a16:creationId xmlns:a16="http://schemas.microsoft.com/office/drawing/2014/main" id="{3D31839D-0E78-4999-8ECE-5D2D5D88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从数据库读取模板内容和 revision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9-2-circle">
            <a:extLst xmlns:a="http://schemas.openxmlformats.org/drawingml/2006/main">
              <a:ext uri="{FF2B5EF4-FFF2-40B4-BE49-F238E27FC236}">
                <a16:creationId xmlns:a16="http://schemas.microsoft.com/office/drawing/2014/main" id="{8E050AA5-89C7-428C-8330-94A190CF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9-2-text">
            <a:extLst xmlns:a="http://schemas.openxmlformats.org/drawingml/2006/main">
              <a:ext uri="{FF2B5EF4-FFF2-40B4-BE49-F238E27FC236}">
                <a16:creationId xmlns:a16="http://schemas.microsoft.com/office/drawing/2014/main" id="{0AFB740B-6108-48BF-888E-59B5E6C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9-2-title">
            <a:extLst xmlns:a="http://schemas.openxmlformats.org/drawingml/2006/main">
              <a:ext uri="{FF2B5EF4-FFF2-40B4-BE49-F238E27FC236}">
                <a16:creationId xmlns:a16="http://schemas.microsoft.com/office/drawing/2014/main" id="{AC7B415A-3D48-4BC0-AC7A-9FBE977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意图路由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9-2-body">
            <a:extLst xmlns:a="http://schemas.openxmlformats.org/drawingml/2006/main">
              <a:ext uri="{FF2B5EF4-FFF2-40B4-BE49-F238E27FC236}">
                <a16:creationId xmlns:a16="http://schemas.microsoft.com/office/drawing/2014/main" id="{736A00AF-B277-45AC-B202-6C078BAE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判断完整生成、局部调整或澄清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9-3-circle">
            <a:extLst xmlns:a="http://schemas.openxmlformats.org/drawingml/2006/main">
              <a:ext uri="{FF2B5EF4-FFF2-40B4-BE49-F238E27FC236}">
                <a16:creationId xmlns:a16="http://schemas.microsoft.com/office/drawing/2014/main" id="{BD1C378B-0B50-4F72-A71C-6364D66C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9-3-text">
            <a:extLst xmlns:a="http://schemas.openxmlformats.org/drawingml/2006/main">
              <a:ext uri="{FF2B5EF4-FFF2-40B4-BE49-F238E27FC236}">
                <a16:creationId xmlns:a16="http://schemas.microsoft.com/office/drawing/2014/main" id="{A3D73C7D-FC0D-4A75-BA5E-0569E4FA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9-3-title">
            <a:extLst xmlns:a="http://schemas.openxmlformats.org/drawingml/2006/main">
              <a:ext uri="{FF2B5EF4-FFF2-40B4-BE49-F238E27FC236}">
                <a16:creationId xmlns:a16="http://schemas.microsoft.com/office/drawing/2014/main" id="{3A803BA1-B752-469D-BD7E-6927A68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风险门禁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9-3-body">
            <a:extLst xmlns:a="http://schemas.openxmlformats.org/drawingml/2006/main">
              <a:ext uri="{FF2B5EF4-FFF2-40B4-BE49-F238E27FC236}">
                <a16:creationId xmlns:a16="http://schemas.microsoft.com/office/drawing/2014/main" id="{A5C9026B-553C-4B83-B92C-4F6F6583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检查资料完整性、附件边界与覆盖风险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9-4-circle">
            <a:extLst xmlns:a="http://schemas.openxmlformats.org/drawingml/2006/main">
              <a:ext uri="{FF2B5EF4-FFF2-40B4-BE49-F238E27FC236}">
                <a16:creationId xmlns:a16="http://schemas.microsoft.com/office/drawing/2014/main" id="{CA577854-5BDA-4DBC-8825-29F3F1F6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9-4-text">
            <a:extLst xmlns:a="http://schemas.openxmlformats.org/drawingml/2006/main">
              <a:ext uri="{FF2B5EF4-FFF2-40B4-BE49-F238E27FC236}">
                <a16:creationId xmlns:a16="http://schemas.microsoft.com/office/drawing/2014/main" id="{CCCD2973-243D-450A-B514-C02533B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9-4-title">
            <a:extLst xmlns:a="http://schemas.openxmlformats.org/drawingml/2006/main">
              <a:ext uri="{FF2B5EF4-FFF2-40B4-BE49-F238E27FC236}">
                <a16:creationId xmlns:a16="http://schemas.microsoft.com/office/drawing/2014/main" id="{4514A43E-1D68-4705-A0D6-29B313C8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候选生成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9-4-body-a">
            <a:extLst xmlns:a="http://schemas.openxmlformats.org/drawingml/2006/main">
              <a:ext uri="{FF2B5EF4-FFF2-40B4-BE49-F238E27FC236}">
                <a16:creationId xmlns:a16="http://schemas.microsoft.com/office/drawing/2014/main" id="{23394192-52B2-43C0-8FE5-1F38147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67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完整生成八字段模板</a:t>
            </a:r>
            <a:endParaRPr sz="1050"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t>或</a:t>
            </a:r>
            <a:r>
              <a:t>生成最小修改补丁</a:t>
            </a:r>
            <a:endParaRPr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endParaRPr sz="1050"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9-5-circle">
            <a:extLst xmlns:a="http://schemas.openxmlformats.org/drawingml/2006/main">
              <a:ext uri="{FF2B5EF4-FFF2-40B4-BE49-F238E27FC236}">
                <a16:creationId xmlns:a16="http://schemas.microsoft.com/office/drawing/2014/main" id="{07EEBF54-9CC8-4EA7-8909-F4DEF2E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9-5-text">
            <a:extLst xmlns:a="http://schemas.openxmlformats.org/drawingml/2006/main">
              <a:ext uri="{FF2B5EF4-FFF2-40B4-BE49-F238E27FC236}">
                <a16:creationId xmlns:a16="http://schemas.microsoft.com/office/drawing/2014/main" id="{8A0ADD03-D824-4788-A9A6-AA44D096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s9-5-title">
            <a:extLst xmlns:a="http://schemas.openxmlformats.org/drawingml/2006/main">
              <a:ext uri="{FF2B5EF4-FFF2-40B4-BE49-F238E27FC236}">
                <a16:creationId xmlns:a16="http://schemas.microsoft.com/office/drawing/2014/main" id="{837D883F-7D53-46CC-9B28-88B9A69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评价与修正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s9-5-body">
            <a:extLst xmlns:a="http://schemas.openxmlformats.org/drawingml/2006/main">
              <a:ext uri="{FF2B5EF4-FFF2-40B4-BE49-F238E27FC236}">
                <a16:creationId xmlns:a16="http://schemas.microsoft.com/office/drawing/2014/main" id="{B5B06C2A-A32B-4F1A-9281-70D3E14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评价候选内容，失败后最多修正两轮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9-6-circle">
            <a:extLst xmlns:a="http://schemas.openxmlformats.org/drawingml/2006/main">
              <a:ext uri="{FF2B5EF4-FFF2-40B4-BE49-F238E27FC236}">
                <a16:creationId xmlns:a16="http://schemas.microsoft.com/office/drawing/2014/main" id="{2A1A82A2-36BF-4F11-AAAF-167D40C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9-6-text">
            <a:extLst xmlns:a="http://schemas.openxmlformats.org/drawingml/2006/main">
              <a:ext uri="{FF2B5EF4-FFF2-40B4-BE49-F238E27FC236}">
                <a16:creationId xmlns:a16="http://schemas.microsoft.com/office/drawing/2014/main" id="{BF65DB79-AEE4-46A7-A20E-FD3A5AE1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s9-6-title">
            <a:extLst xmlns:a="http://schemas.openxmlformats.org/drawingml/2006/main">
              <a:ext uri="{FF2B5EF4-FFF2-40B4-BE49-F238E27FC236}">
                <a16:creationId xmlns:a16="http://schemas.microsoft.com/office/drawing/2014/main" id="{BD88314F-1F3A-4479-8F68-D618F2DC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双层校验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9-6-body">
            <a:extLst xmlns:a="http://schemas.openxmlformats.org/drawingml/2006/main">
              <a:ext uri="{FF2B5EF4-FFF2-40B4-BE49-F238E27FC236}">
                <a16:creationId xmlns:a16="http://schemas.microsoft.com/office/drawing/2014/main" id="{477254B6-569B-47C2-833A-D1165520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程序校验结构，模型校验语义与跨字段一致性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9-7-circle">
            <a:extLst xmlns:a="http://schemas.openxmlformats.org/drawingml/2006/main">
              <a:ext uri="{FF2B5EF4-FFF2-40B4-BE49-F238E27FC236}">
                <a16:creationId xmlns:a16="http://schemas.microsoft.com/office/drawing/2014/main" id="{D3E80761-5D42-4463-8AA4-89B2929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9-7-text">
            <a:extLst xmlns:a="http://schemas.openxmlformats.org/drawingml/2006/main">
              <a:ext uri="{FF2B5EF4-FFF2-40B4-BE49-F238E27FC236}">
                <a16:creationId xmlns:a16="http://schemas.microsoft.com/office/drawing/2014/main" id="{9D8BAD48-24B8-4E06-860F-D44FC0AE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s9-7-title">
            <a:extLst xmlns:a="http://schemas.openxmlformats.org/drawingml/2006/main">
              <a:ext uri="{FF2B5EF4-FFF2-40B4-BE49-F238E27FC236}">
                <a16:creationId xmlns:a16="http://schemas.microsoft.com/office/drawing/2014/main" id="{7AEA2A73-81D5-4CC5-9E26-8B46E2FF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版本保护写入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9-7-body">
            <a:extLst xmlns:a="http://schemas.openxmlformats.org/drawingml/2006/main">
              <a:ext uri="{FF2B5EF4-FFF2-40B4-BE49-F238E27FC236}">
                <a16:creationId xmlns:a16="http://schemas.microsoft.com/office/drawing/2014/main" id="{1156F9AE-0364-4108-98CB-697458D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按 revision 原子更新，并发变化时拒绝覆盖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s9-gate-line-1">
            <a:extLst xmlns:a="http://schemas.openxmlformats.org/drawingml/2006/main">
              <a:ext uri="{FF2B5EF4-FFF2-40B4-BE49-F238E27FC236}">
                <a16:creationId xmlns:a16="http://schemas.microsoft.com/office/drawing/2014/main" id="{F21EACAB-E2A5-4CF9-B068-EEECF1B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A5"/>
            </a:solidFill>
            <a:prstDash val="solid"/>
          </a:ln>
        </p:spPr>
      </p:sp>
      <p:sp>
        <p:nvSpPr>
          <p:cNvPr id="77" name="s9-gate-accent-1">
            <a:extLst xmlns:a="http://schemas.openxmlformats.org/drawingml/2006/main">
              <a:ext uri="{FF2B5EF4-FFF2-40B4-BE49-F238E27FC236}">
                <a16:creationId xmlns:a16="http://schemas.microsoft.com/office/drawing/2014/main" id="{D09E0990-312A-4B12-BBD2-7C376819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s9-gate-title-1">
            <a:extLst xmlns:a="http://schemas.openxmlformats.org/drawingml/2006/main">
              <a:ext uri="{FF2B5EF4-FFF2-40B4-BE49-F238E27FC236}">
                <a16:creationId xmlns:a16="http://schemas.microsoft.com/office/drawing/2014/main" id="{DCF682A4-C8A2-49AE-895F-7045A26C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资料不足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s9-gate-body-1">
            <a:extLst xmlns:a="http://schemas.openxmlformats.org/drawingml/2006/main">
              <a:ext uri="{FF2B5EF4-FFF2-40B4-BE49-F238E27FC236}">
                <a16:creationId xmlns:a16="http://schemas.microsoft.com/office/drawing/2014/main" id="{7A971272-5491-43CE-B1F6-AA013C7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继续追问，不生成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s9-gate-line-2">
            <a:extLst xmlns:a="http://schemas.openxmlformats.org/drawingml/2006/main">
              <a:ext uri="{FF2B5EF4-FFF2-40B4-BE49-F238E27FC236}">
                <a16:creationId xmlns:a16="http://schemas.microsoft.com/office/drawing/2014/main" id="{31EB5EA0-FC02-4CC1-A2F0-54A30176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57C8"/>
            </a:solidFill>
            <a:prstDash val="solid"/>
          </a:ln>
        </p:spPr>
      </p:sp>
      <p:sp>
        <p:nvSpPr>
          <p:cNvPr id="81" name="s9-gate-accent-2">
            <a:extLst xmlns:a="http://schemas.openxmlformats.org/drawingml/2006/main">
              <a:ext uri="{FF2B5EF4-FFF2-40B4-BE49-F238E27FC236}">
                <a16:creationId xmlns:a16="http://schemas.microsoft.com/office/drawing/2014/main" id="{FE48407B-A0FD-48C8-B13D-47F6FBE9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9-gate-title-2">
            <a:extLst xmlns:a="http://schemas.openxmlformats.org/drawingml/2006/main">
              <a:ext uri="{FF2B5EF4-FFF2-40B4-BE49-F238E27FC236}">
                <a16:creationId xmlns:a16="http://schemas.microsoft.com/office/drawing/2014/main" id="{2487BD9E-15F3-4FD2-BA78-45C7382A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覆盖已有内容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s9-gate-body-2">
            <a:extLst xmlns:a="http://schemas.openxmlformats.org/drawingml/2006/main">
              <a:ext uri="{FF2B5EF4-FFF2-40B4-BE49-F238E27FC236}">
                <a16:creationId xmlns:a16="http://schemas.microsoft.com/office/drawing/2014/main" id="{16CE2463-737B-4A05-8FA1-7F5B50F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要求用户二次确认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s9-gate-line-3">
            <a:extLst xmlns:a="http://schemas.openxmlformats.org/drawingml/2006/main">
              <a:ext uri="{FF2B5EF4-FFF2-40B4-BE49-F238E27FC236}">
                <a16:creationId xmlns:a16="http://schemas.microsoft.com/office/drawing/2014/main" id="{472B505C-1C74-47B1-A259-8901E7C7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9187"/>
            </a:solidFill>
            <a:prstDash val="solid"/>
          </a:ln>
        </p:spPr>
      </p:sp>
      <p:sp>
        <p:nvSpPr>
          <p:cNvPr id="85" name="s9-gate-accent-3">
            <a:extLst xmlns:a="http://schemas.openxmlformats.org/drawingml/2006/main">
              <a:ext uri="{FF2B5EF4-FFF2-40B4-BE49-F238E27FC236}">
                <a16:creationId xmlns:a16="http://schemas.microsoft.com/office/drawing/2014/main" id="{E99B03BA-FAAD-49BB-A302-2DA7BDF7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9-gate-title-3">
            <a:extLst xmlns:a="http://schemas.openxmlformats.org/drawingml/2006/main">
              <a:ext uri="{FF2B5EF4-FFF2-40B4-BE49-F238E27FC236}">
                <a16:creationId xmlns:a16="http://schemas.microsoft.com/office/drawing/2014/main" id="{1FAB0E15-E256-49A3-AC1E-16F0D40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评价仍未通过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s9-gate-body-3">
            <a:extLst xmlns:a="http://schemas.openxmlformats.org/drawingml/2006/main">
              <a:ext uri="{FF2B5EF4-FFF2-40B4-BE49-F238E27FC236}">
                <a16:creationId xmlns:a16="http://schemas.microsoft.com/office/drawing/2014/main" id="{CDBA13BA-418A-4F8A-BCAB-7AF0586F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返回问题，不保存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s9-gate-line-4">
            <a:extLst xmlns:a="http://schemas.openxmlformats.org/drawingml/2006/main">
              <a:ext uri="{FF2B5EF4-FFF2-40B4-BE49-F238E27FC236}">
                <a16:creationId xmlns:a16="http://schemas.microsoft.com/office/drawing/2014/main" id="{418B3989-ADAE-4BDC-91D2-58B05B9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843D"/>
            </a:solidFill>
            <a:prstDash val="solid"/>
          </a:ln>
        </p:spPr>
      </p:sp>
      <p:sp>
        <p:nvSpPr>
          <p:cNvPr id="89" name="s9-gate-accent-4">
            <a:extLst xmlns:a="http://schemas.openxmlformats.org/drawingml/2006/main">
              <a:ext uri="{FF2B5EF4-FFF2-40B4-BE49-F238E27FC236}">
                <a16:creationId xmlns:a16="http://schemas.microsoft.com/office/drawing/2014/main" id="{C4148107-B9FF-47CC-9F9F-438E9ED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9-gate-title-4">
            <a:extLst xmlns:a="http://schemas.openxmlformats.org/drawingml/2006/main">
              <a:ext uri="{FF2B5EF4-FFF2-40B4-BE49-F238E27FC236}">
                <a16:creationId xmlns:a16="http://schemas.microsoft.com/office/drawing/2014/main" id="{3B2F405C-8421-4A86-9D21-907618A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并发版本变化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s9-gate-body-4">
            <a:extLst xmlns:a="http://schemas.openxmlformats.org/drawingml/2006/main">
              <a:ext uri="{FF2B5EF4-FFF2-40B4-BE49-F238E27FC236}">
                <a16:creationId xmlns:a16="http://schemas.microsoft.com/office/drawing/2014/main" id="{17E04F3C-753C-48E4-BE49-B651B05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拒绝覆盖新版本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s9-conclusion">
            <a:extLst xmlns:a="http://schemas.openxmlformats.org/drawingml/2006/main">
              <a:ext uri="{FF2B5EF4-FFF2-40B4-BE49-F238E27FC236}">
                <a16:creationId xmlns:a16="http://schemas.microsoft.com/office/drawing/2014/main" id="{DB42FB7A-4CE4-44E7-9916-C1AF50D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最终校验通过后才写数据库；任一门禁失败，原模板保持不变。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6582279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ECB0727-4793-4B11-814A-075C5B2B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1B6CE0-0A39-4E84-9709-A9BD0CD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Skill 结构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49CCB8-51AB-4400-B288-702046A0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模型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1D42246-5099-42A3-B7EF-49B203F1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294B4E6-F4DE-4106-991C-D9C70F49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D65682-0CE3-48F3-B49D-17E2482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s10-spine">
            <a:extLst xmlns:a="http://schemas.openxmlformats.org/drawingml/2006/main">
              <a:ext uri="{FF2B5EF4-FFF2-40B4-BE49-F238E27FC236}">
                <a16:creationId xmlns:a16="http://schemas.microsoft.com/office/drawing/2014/main" id="{E97E206C-EA24-40B1-B330-CD7EF05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55" y="1666875"/>
            <a:ext cx="7620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0-band-1">
            <a:extLst xmlns:a="http://schemas.openxmlformats.org/drawingml/2006/main">
              <a:ext uri="{FF2B5EF4-FFF2-40B4-BE49-F238E27FC236}">
                <a16:creationId xmlns:a16="http://schemas.microsoft.com/office/drawing/2014/main" id="{D09AB673-01F3-4A11-AC4B-F819F11C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0-num-1-circle">
            <a:extLst xmlns:a="http://schemas.openxmlformats.org/drawingml/2006/main">
              <a:ext uri="{FF2B5EF4-FFF2-40B4-BE49-F238E27FC236}">
                <a16:creationId xmlns:a16="http://schemas.microsoft.com/office/drawing/2014/main" id="{CDDB3550-A326-457B-8DD7-B23ED43E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0-num-1-text">
            <a:extLst xmlns:a="http://schemas.openxmlformats.org/drawingml/2006/main">
              <a:ext uri="{FF2B5EF4-FFF2-40B4-BE49-F238E27FC236}">
                <a16:creationId xmlns:a16="http://schemas.microsoft.com/office/drawing/2014/main" id="{8B60A698-AAF4-4CBA-9FFA-BC97C1F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1847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10-title-1">
            <a:extLst xmlns:a="http://schemas.openxmlformats.org/drawingml/2006/main">
              <a:ext uri="{FF2B5EF4-FFF2-40B4-BE49-F238E27FC236}">
                <a16:creationId xmlns:a16="http://schemas.microsoft.com/office/drawing/2014/main" id="{E67FEFE7-29A2-4E7F-BA9C-90165032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811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能力识别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10-fields-1">
            <a:extLst xmlns:a="http://schemas.openxmlformats.org/drawingml/2006/main">
              <a:ext uri="{FF2B5EF4-FFF2-40B4-BE49-F238E27FC236}">
                <a16:creationId xmlns:a16="http://schemas.microsoft.com/office/drawing/2014/main" id="{59C0CA3A-48CF-4C4B-8F0F-1F779EF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811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名称、用途描述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10-body-1">
            <a:extLst xmlns:a="http://schemas.openxmlformats.org/drawingml/2006/main">
              <a:ext uri="{FF2B5EF4-FFF2-40B4-BE49-F238E27FC236}">
                <a16:creationId xmlns:a16="http://schemas.microsoft.com/office/drawing/2014/main" id="{01ED561C-590B-41D3-BF32-634BA522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811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说明模板能力、适用场景与触发边界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10-band-2">
            <a:extLst xmlns:a="http://schemas.openxmlformats.org/drawingml/2006/main">
              <a:ext uri="{FF2B5EF4-FFF2-40B4-BE49-F238E27FC236}">
                <a16:creationId xmlns:a16="http://schemas.microsoft.com/office/drawing/2014/main" id="{24C455DA-1005-4D8E-8935-99F8B7D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10-num-2-circle">
            <a:extLst xmlns:a="http://schemas.openxmlformats.org/drawingml/2006/main">
              <a:ext uri="{FF2B5EF4-FFF2-40B4-BE49-F238E27FC236}">
                <a16:creationId xmlns:a16="http://schemas.microsoft.com/office/drawing/2014/main" id="{AE671D03-0D86-4B02-BC06-F24A64EB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0-num-2-text">
            <a:extLst xmlns:a="http://schemas.openxmlformats.org/drawingml/2006/main">
              <a:ext uri="{FF2B5EF4-FFF2-40B4-BE49-F238E27FC236}">
                <a16:creationId xmlns:a16="http://schemas.microsoft.com/office/drawing/2014/main" id="{9F23381B-BF64-4358-8F5D-7DDA754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0-title-2">
            <a:extLst xmlns:a="http://schemas.openxmlformats.org/drawingml/2006/main">
              <a:ext uri="{FF2B5EF4-FFF2-40B4-BE49-F238E27FC236}">
                <a16:creationId xmlns:a16="http://schemas.microsoft.com/office/drawing/2014/main" id="{CEE746B4-1AD4-416D-A6AB-AC8FA1DC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复用输入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0-fields-2">
            <a:extLst xmlns:a="http://schemas.openxmlformats.org/drawingml/2006/main">
              <a:ext uri="{FF2B5EF4-FFF2-40B4-BE49-F238E27FC236}">
                <a16:creationId xmlns:a16="http://schemas.microsoft.com/office/drawing/2014/main" id="{280044EC-18BB-4514-BF7A-6426886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模板变量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0-body-2">
            <a:extLst xmlns:a="http://schemas.openxmlformats.org/drawingml/2006/main">
              <a:ext uri="{FF2B5EF4-FFF2-40B4-BE49-F238E27FC236}">
                <a16:creationId xmlns:a16="http://schemas.microsoft.com/office/drawing/2014/main" id="{A6C302CF-5C47-4720-89D4-079B17A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统一会在结构中多次引用的业务概念</a:t>
            </a: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或者动态</a:t>
            </a: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内容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0-band-3">
            <a:extLst xmlns:a="http://schemas.openxmlformats.org/drawingml/2006/main">
              <a:ext uri="{FF2B5EF4-FFF2-40B4-BE49-F238E27FC236}">
                <a16:creationId xmlns:a16="http://schemas.microsoft.com/office/drawing/2014/main" id="{A3186897-87D2-466B-AC9C-A6D0376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19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0-num-3-circle">
            <a:extLst xmlns:a="http://schemas.openxmlformats.org/drawingml/2006/main">
              <a:ext uri="{FF2B5EF4-FFF2-40B4-BE49-F238E27FC236}">
                <a16:creationId xmlns:a16="http://schemas.microsoft.com/office/drawing/2014/main" id="{F45A2D93-C487-4E01-B5C8-118EEF4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3676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0-num-3-text">
            <a:extLst xmlns:a="http://schemas.openxmlformats.org/drawingml/2006/main">
              <a:ext uri="{FF2B5EF4-FFF2-40B4-BE49-F238E27FC236}">
                <a16:creationId xmlns:a16="http://schemas.microsoft.com/office/drawing/2014/main" id="{1A4D0A7E-A39D-42EA-9B9E-465A749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3676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0-title-3">
            <a:extLst xmlns:a="http://schemas.openxmlformats.org/drawingml/2006/main">
              <a:ext uri="{FF2B5EF4-FFF2-40B4-BE49-F238E27FC236}">
                <a16:creationId xmlns:a16="http://schemas.microsoft.com/office/drawing/2014/main" id="{8671A597-BEA2-40F3-9BED-F39252C8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结构契约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0-fields-3">
            <a:extLst xmlns:a="http://schemas.openxmlformats.org/drawingml/2006/main">
              <a:ext uri="{FF2B5EF4-FFF2-40B4-BE49-F238E27FC236}">
                <a16:creationId xmlns:a16="http://schemas.microsoft.com/office/drawing/2014/main" id="{18E954D6-DBBA-459F-9C74-4D341337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报告结构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0-body-3">
            <a:extLst xmlns:a="http://schemas.openxmlformats.org/drawingml/2006/main">
              <a:ext uri="{FF2B5EF4-FFF2-40B4-BE49-F238E27FC236}">
                <a16:creationId xmlns:a16="http://schemas.microsoft.com/office/drawing/2014/main" id="{FD24EA99-A1ED-434C-97DD-E6FC76D8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固定模块顺序、组件、字段、数量和数据关系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0-band-4">
            <a:extLst xmlns:a="http://schemas.openxmlformats.org/drawingml/2006/main">
              <a:ext uri="{FF2B5EF4-FFF2-40B4-BE49-F238E27FC236}">
                <a16:creationId xmlns:a16="http://schemas.microsoft.com/office/drawing/2014/main" id="{31F15721-C898-4E31-957C-77D4D4F1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019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0-num-4-circle">
            <a:extLst xmlns:a="http://schemas.openxmlformats.org/drawingml/2006/main">
              <a:ext uri="{FF2B5EF4-FFF2-40B4-BE49-F238E27FC236}">
                <a16:creationId xmlns:a16="http://schemas.microsoft.com/office/drawing/2014/main" id="{C4078B3A-40C0-4A2D-920B-980BDD3C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4829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0-num-4-text">
            <a:extLst xmlns:a="http://schemas.openxmlformats.org/drawingml/2006/main">
              <a:ext uri="{FF2B5EF4-FFF2-40B4-BE49-F238E27FC236}">
                <a16:creationId xmlns:a16="http://schemas.microsoft.com/office/drawing/2014/main" id="{7E1769AE-5B6F-432C-BB22-4C03C7C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48291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0-title-4">
            <a:extLst xmlns:a="http://schemas.openxmlformats.org/drawingml/2006/main">
              <a:ext uri="{FF2B5EF4-FFF2-40B4-BE49-F238E27FC236}">
                <a16:creationId xmlns:a16="http://schemas.microsoft.com/office/drawing/2014/main" id="{645549B2-D76D-4CD5-9F27-ADD34BA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质量边界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0-fields-4">
            <a:extLst xmlns:a="http://schemas.openxmlformats.org/drawingml/2006/main">
              <a:ext uri="{FF2B5EF4-FFF2-40B4-BE49-F238E27FC236}">
                <a16:creationId xmlns:a16="http://schemas.microsoft.com/office/drawing/2014/main" id="{E7D82FE6-53BF-4EB7-AABD-9D35142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323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一致性规则    ·  核心约束规则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异常边界规则 ·  交付验证规则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0-body-4">
            <a:extLst xmlns:a="http://schemas.openxmlformats.org/drawingml/2006/main">
              <a:ext uri="{FF2B5EF4-FFF2-40B4-BE49-F238E27FC236}">
                <a16:creationId xmlns:a16="http://schemas.microsoft.com/office/drawing/2014/main" id="{312E76B7-623C-435B-955A-DECCD8E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分别约束跨模块一致性、正常生成要求、异常处理和交付验收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0-summary">
            <a:extLst xmlns:a="http://schemas.openxmlformats.org/drawingml/2006/main">
              <a:ext uri="{FF2B5EF4-FFF2-40B4-BE49-F238E27FC236}">
                <a16:creationId xmlns:a16="http://schemas.microsoft.com/office/drawing/2014/main" id="{A4905294-EB00-4082-A924-58461C5F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业务口径与数据需求写入变量、组件数据契约和规则，始终绑定最终报告结构。</a:t>
            </a:r>
            <a:endParaRPr sz="1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8763197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9CC9CFF-84CF-4D04-9EAF-A1025ED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24D7CF-1069-4FBF-9B94-975AEFF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Skill 结构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8434CB3-926F-4B31-AAB2-B841E28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 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- 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报告呈现风格的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结构与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0DB1625-0075-47CF-856D-B316B2C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67150A3-5591-4A15-8C16-5E54E63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32A5192-821C-4224-B9BC-16439FFF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1-source-1">
            <a:extLst xmlns:a="http://schemas.openxmlformats.org/drawingml/2006/main">
              <a:ext uri="{FF2B5EF4-FFF2-40B4-BE49-F238E27FC236}">
                <a16:creationId xmlns:a16="http://schemas.microsoft.com/office/drawing/2014/main" id="{7AA81A3C-14D1-4B0F-A8CE-7C5B2D0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11-source-1-accent">
            <a:extLst xmlns:a="http://schemas.openxmlformats.org/drawingml/2006/main">
              <a:ext uri="{FF2B5EF4-FFF2-40B4-BE49-F238E27FC236}">
                <a16:creationId xmlns:a16="http://schemas.microsoft.com/office/drawing/2014/main" id="{539F2485-E987-4E24-B40A-C42847BE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1-source-1-title">
            <a:extLst xmlns:a="http://schemas.openxmlformats.org/drawingml/2006/main">
              <a:ext uri="{FF2B5EF4-FFF2-40B4-BE49-F238E27FC236}">
                <a16:creationId xmlns:a16="http://schemas.microsoft.com/office/drawing/2014/main" id="{F7CC834E-A9A2-4F76-85BA-5BB5459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设计平台 MCP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1-source-1-body">
            <a:extLst xmlns:a="http://schemas.openxmlformats.org/drawingml/2006/main">
              <a:ext uri="{FF2B5EF4-FFF2-40B4-BE49-F238E27FC236}">
                <a16:creationId xmlns:a16="http://schemas.microsoft.com/office/drawing/2014/main" id="{72F00D3B-384E-475F-A6D4-7EC84B0E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直接对接设计协作平台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非多模态模型也能理解设计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1-source-2">
            <a:extLst xmlns:a="http://schemas.openxmlformats.org/drawingml/2006/main">
              <a:ext uri="{FF2B5EF4-FFF2-40B4-BE49-F238E27FC236}">
                <a16:creationId xmlns:a16="http://schemas.microsoft.com/office/drawing/2014/main" id="{31DA5B6B-BFBA-4AF4-B22E-54CEA559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11-source-2-accent">
            <a:extLst xmlns:a="http://schemas.openxmlformats.org/drawingml/2006/main">
              <a:ext uri="{FF2B5EF4-FFF2-40B4-BE49-F238E27FC236}">
                <a16:creationId xmlns:a16="http://schemas.microsoft.com/office/drawing/2014/main" id="{231D133C-4724-40BA-A78B-E7BD9ED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1-source-2-title">
            <a:extLst xmlns:a="http://schemas.openxmlformats.org/drawingml/2006/main">
              <a:ext uri="{FF2B5EF4-FFF2-40B4-BE49-F238E27FC236}">
                <a16:creationId xmlns:a16="http://schemas.microsoft.com/office/drawing/2014/main" id="{3CA6A8AB-3BFE-4889-9773-1C29AA0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报告文件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1-source-2-body">
            <a:extLst xmlns:a="http://schemas.openxmlformats.org/drawingml/2006/main">
              <a:ext uri="{FF2B5EF4-FFF2-40B4-BE49-F238E27FC236}">
                <a16:creationId xmlns:a16="http://schemas.microsoft.com/office/drawing/2014/main" id="{335FF9B7-66B6-4D1A-82C9-744BDCE5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提取既有报告的视觉语言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1-source-3">
            <a:extLst xmlns:a="http://schemas.openxmlformats.org/drawingml/2006/main">
              <a:ext uri="{FF2B5EF4-FFF2-40B4-BE49-F238E27FC236}">
                <a16:creationId xmlns:a16="http://schemas.microsoft.com/office/drawing/2014/main" id="{A79C8F65-A24C-4B96-9643-0CAA225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1-source-3-accent">
            <a:extLst xmlns:a="http://schemas.openxmlformats.org/drawingml/2006/main">
              <a:ext uri="{FF2B5EF4-FFF2-40B4-BE49-F238E27FC236}">
                <a16:creationId xmlns:a16="http://schemas.microsoft.com/office/drawing/2014/main" id="{BF003751-1968-411A-B3CC-00B48F0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1-source-3-title">
            <a:extLst xmlns:a="http://schemas.openxmlformats.org/drawingml/2006/main">
              <a:ext uri="{FF2B5EF4-FFF2-40B4-BE49-F238E27FC236}">
                <a16:creationId xmlns:a16="http://schemas.microsoft.com/office/drawing/2014/main" id="{437095E0-05F6-4D01-B81A-A04DDD9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参考图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1-source-3-body">
            <a:extLst xmlns:a="http://schemas.openxmlformats.org/drawingml/2006/main">
              <a:ext uri="{FF2B5EF4-FFF2-40B4-BE49-F238E27FC236}">
                <a16:creationId xmlns:a16="http://schemas.microsoft.com/office/drawing/2014/main" id="{162A7280-AE5C-407C-A28A-F556DAF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利用多模态模型的图像理解能力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1-slash-1">
            <a:extLst xmlns:a="http://schemas.openxmlformats.org/drawingml/2006/main">
              <a:ext uri="{FF2B5EF4-FFF2-40B4-BE49-F238E27FC236}">
                <a16:creationId xmlns:a16="http://schemas.microsoft.com/office/drawing/2014/main" id="{AAC3BF78-B979-4F20-BE96-A42695F8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19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6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/</a:t>
            </a:r>
            <a:endParaRPr sz="2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11-slash-2">
            <a:extLst xmlns:a="http://schemas.openxmlformats.org/drawingml/2006/main">
              <a:ext uri="{FF2B5EF4-FFF2-40B4-BE49-F238E27FC236}">
                <a16:creationId xmlns:a16="http://schemas.microsoft.com/office/drawing/2014/main" id="{4A06A1C1-0BA7-4CF5-A24B-E4FEE74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6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/</a:t>
            </a:r>
            <a:endParaRPr sz="2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1-design-skill">
            <a:extLst xmlns:a="http://schemas.openxmlformats.org/drawingml/2006/main">
              <a:ext uri="{FF2B5EF4-FFF2-40B4-BE49-F238E27FC236}">
                <a16:creationId xmlns:a16="http://schemas.microsoft.com/office/drawing/2014/main" id="{5BC2AA75-3E13-4678-920F-168C717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11-design-skill-accent">
            <a:extLst xmlns:a="http://schemas.openxmlformats.org/drawingml/2006/main">
              <a:ext uri="{FF2B5EF4-FFF2-40B4-BE49-F238E27FC236}">
                <a16:creationId xmlns:a16="http://schemas.microsoft.com/office/drawing/2014/main" id="{D344CDF2-CA7D-4A4C-B36F-BA270CE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1-design-skill-title">
            <a:extLst xmlns:a="http://schemas.openxmlformats.org/drawingml/2006/main">
              <a:ext uri="{FF2B5EF4-FFF2-40B4-BE49-F238E27FC236}">
                <a16:creationId xmlns:a16="http://schemas.microsoft.com/office/drawing/2014/main" id="{F9643B8A-85B2-4AF7-8CC7-95ECCB23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</a:t>
            </a:r>
            <a:endParaRPr sz="1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1-design-skill-body">
            <a:extLst xmlns:a="http://schemas.openxmlformats.org/drawingml/2006/main">
              <a:ext uri="{FF2B5EF4-FFF2-40B4-BE49-F238E27FC236}">
                <a16:creationId xmlns:a16="http://schemas.microsoft.com/office/drawing/2014/main" id="{30CF6094-0497-4B2F-BF00-67400551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145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配色  ·  字体  ·  层级  ·  布局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200"/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图表主题  ·  Design Tokens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1-source-arrow">
            <a:extLst xmlns:a="http://schemas.openxmlformats.org/drawingml/2006/main">
              <a:ext uri="{FF2B5EF4-FFF2-40B4-BE49-F238E27FC236}">
                <a16:creationId xmlns:a16="http://schemas.microsoft.com/office/drawing/2014/main" id="{9884CCC6-CDCD-49D8-8930-D8009B0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78C9E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78C9EE"/>
                </a:solidFill>
                <a:latin typeface="Hiragino Sans GB W6"/>
                <a:ea typeface="Hiragino Sans GB W6"/>
                <a:cs typeface="Hiragino Sans GB W6"/>
              </a:rPr>
              <a:t>→</a:t>
            </a:r>
            <a:endParaRPr sz="2400">
              <a:solidFill>
                <a:srgbClr val="78C9EE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8" name="s11-planning">
            <a:extLst xmlns:a="http://schemas.openxmlformats.org/drawingml/2006/main">
              <a:ext uri="{FF2B5EF4-FFF2-40B4-BE49-F238E27FC236}">
                <a16:creationId xmlns:a16="http://schemas.microsoft.com/office/drawing/2014/main" id="{FE54C267-1C02-4163-8E94-A1689F2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设计思路</a:t>
            </a:r>
            <a:endParaRPr sz="11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1-flow-title">
            <a:extLst xmlns:a="http://schemas.openxmlformats.org/drawingml/2006/main">
              <a:ext uri="{FF2B5EF4-FFF2-40B4-BE49-F238E27FC236}">
                <a16:creationId xmlns:a16="http://schemas.microsoft.com/office/drawing/2014/main" id="{FB90B0D2-9542-4630-9A9B-3D5D01A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建立受控的设计语言提取工作流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11-flow-band-1">
            <a:extLst xmlns:a="http://schemas.openxmlformats.org/drawingml/2006/main">
              <a:ext uri="{FF2B5EF4-FFF2-40B4-BE49-F238E27FC236}">
                <a16:creationId xmlns:a16="http://schemas.microsoft.com/office/drawing/2014/main" id="{460B58DB-E76F-4414-A7B6-8827A14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11-flow-text-1">
            <a:extLst xmlns:a="http://schemas.openxmlformats.org/drawingml/2006/main">
              <a:ext uri="{FF2B5EF4-FFF2-40B4-BE49-F238E27FC236}">
                <a16:creationId xmlns:a16="http://schemas.microsoft.com/office/drawing/2014/main" id="{53D9FA88-2FD3-4D86-9AD4-5BC6F70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来源准入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11-flow-band-2">
            <a:extLst xmlns:a="http://schemas.openxmlformats.org/drawingml/2006/main">
              <a:ext uri="{FF2B5EF4-FFF2-40B4-BE49-F238E27FC236}">
                <a16:creationId xmlns:a16="http://schemas.microsoft.com/office/drawing/2014/main" id="{782033AA-C0D1-47D0-9F07-703EAA60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E8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11-flow-text-2">
            <a:extLst xmlns:a="http://schemas.openxmlformats.org/drawingml/2006/main">
              <a:ext uri="{FF2B5EF4-FFF2-40B4-BE49-F238E27FC236}">
                <a16:creationId xmlns:a16="http://schemas.microsoft.com/office/drawing/2014/main" id="{7AE8B4EA-6814-4F10-BF9E-A6F6749D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视觉解析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11-flow-band-3">
            <a:extLst xmlns:a="http://schemas.openxmlformats.org/drawingml/2006/main">
              <a:ext uri="{FF2B5EF4-FFF2-40B4-BE49-F238E27FC236}">
                <a16:creationId xmlns:a16="http://schemas.microsoft.com/office/drawing/2014/main" id="{809A4384-DF42-46E1-A53D-8A09F2D5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11-flow-text-3">
            <a:extLst xmlns:a="http://schemas.openxmlformats.org/drawingml/2006/main">
              <a:ext uri="{FF2B5EF4-FFF2-40B4-BE49-F238E27FC236}">
                <a16:creationId xmlns:a16="http://schemas.microsoft.com/office/drawing/2014/main" id="{EB35ECB5-364E-4AE3-BDD0-0FF09E6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Token 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归一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s11-flow-band-4">
            <a:extLst xmlns:a="http://schemas.openxmlformats.org/drawingml/2006/main">
              <a:ext uri="{FF2B5EF4-FFF2-40B4-BE49-F238E27FC236}">
                <a16:creationId xmlns:a16="http://schemas.microsoft.com/office/drawing/2014/main" id="{80A1D981-04DA-4DDA-BA7E-F023B22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11-flow-text-4">
            <a:extLst xmlns:a="http://schemas.openxmlformats.org/drawingml/2006/main">
              <a:ext uri="{FF2B5EF4-FFF2-40B4-BE49-F238E27FC236}">
                <a16:creationId xmlns:a16="http://schemas.microsoft.com/office/drawing/2014/main" id="{F30475F4-6B7D-4710-A1E6-BAB9BD1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86225"/>
            <a:ext cx="9518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试生成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对照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11-flow-band-5">
            <a:extLst xmlns:a="http://schemas.openxmlformats.org/drawingml/2006/main">
              <a:ext uri="{FF2B5EF4-FFF2-40B4-BE49-F238E27FC236}">
                <a16:creationId xmlns:a16="http://schemas.microsoft.com/office/drawing/2014/main" id="{A68DF4A5-906D-4BEE-A7C0-53E878EA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D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11-flow-text-5">
            <a:extLst xmlns:a="http://schemas.openxmlformats.org/drawingml/2006/main">
              <a:ext uri="{FF2B5EF4-FFF2-40B4-BE49-F238E27FC236}">
                <a16:creationId xmlns:a16="http://schemas.microsoft.com/office/drawing/2014/main" id="{BC38C047-D8B7-4157-BF09-78BC864A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审核发布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s11-flow-desc">
            <a:extLst xmlns:a="http://schemas.openxmlformats.org/drawingml/2006/main">
              <a:ext uri="{FF2B5EF4-FFF2-40B4-BE49-F238E27FC236}">
                <a16:creationId xmlns:a16="http://schemas.microsoft.com/office/drawing/2014/main" id="{58E5D953-1F90-4C86-A34D-F912911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每一步保留输入、转换结果和审阅记录；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提取结果经过试生成对照后，才能发布为可用资产。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11-structure-title">
            <a:extLst xmlns:a="http://schemas.openxmlformats.org/drawingml/2006/main">
              <a:ext uri="{FF2B5EF4-FFF2-40B4-BE49-F238E27FC236}">
                <a16:creationId xmlns:a16="http://schemas.microsoft.com/office/drawing/2014/main" id="{272FA494-B916-4C2B-84E9-BC5DB21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建立标准化的Design-skill结构与规范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11-row-line-1">
            <a:extLst xmlns:a="http://schemas.openxmlformats.org/drawingml/2006/main">
              <a:ext uri="{FF2B5EF4-FFF2-40B4-BE49-F238E27FC236}">
                <a16:creationId xmlns:a16="http://schemas.microsoft.com/office/drawing/2014/main" id="{14552CD6-6240-4EC6-902F-86447820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11-row-label-1">
            <a:extLst xmlns:a="http://schemas.openxmlformats.org/drawingml/2006/main">
              <a:ext uri="{FF2B5EF4-FFF2-40B4-BE49-F238E27FC236}">
                <a16:creationId xmlns:a16="http://schemas.microsoft.com/office/drawing/2014/main" id="{4DF47D73-B8E9-4677-9A18-9E1EF6A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适用场景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s11-row-value-1">
            <a:extLst xmlns:a="http://schemas.openxmlformats.org/drawingml/2006/main">
              <a:ext uri="{FF2B5EF4-FFF2-40B4-BE49-F238E27FC236}">
                <a16:creationId xmlns:a16="http://schemas.microsoft.com/office/drawing/2014/main" id="{FC07E8B7-C080-4E5C-A149-ED603CE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name、description 与触发条件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11-row-line-2">
            <a:extLst xmlns:a="http://schemas.openxmlformats.org/drawingml/2006/main">
              <a:ext uri="{FF2B5EF4-FFF2-40B4-BE49-F238E27FC236}">
                <a16:creationId xmlns:a16="http://schemas.microsoft.com/office/drawing/2014/main" id="{D24BDB0F-AF5F-4AF2-A3C6-413982F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339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s11-row-label-2">
            <a:extLst xmlns:a="http://schemas.openxmlformats.org/drawingml/2006/main">
              <a:ext uri="{FF2B5EF4-FFF2-40B4-BE49-F238E27FC236}">
                <a16:creationId xmlns:a16="http://schemas.microsoft.com/office/drawing/2014/main" id="{88040285-2F42-4769-A487-74E0F56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视觉参数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s11-row-value-2">
            <a:extLst xmlns:a="http://schemas.openxmlformats.org/drawingml/2006/main">
              <a:ext uri="{FF2B5EF4-FFF2-40B4-BE49-F238E27FC236}">
                <a16:creationId xmlns:a16="http://schemas.microsoft.com/office/drawing/2014/main" id="{DC4356A6-DB6A-42CB-BAAC-1C22A4E1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7197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基础 Token 与语义 Token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s11-row-line-3">
            <a:extLst xmlns:a="http://schemas.openxmlformats.org/drawingml/2006/main">
              <a:ext uri="{FF2B5EF4-FFF2-40B4-BE49-F238E27FC236}">
                <a16:creationId xmlns:a16="http://schemas.microsoft.com/office/drawing/2014/main" id="{2995A07A-D10E-42E1-959F-9C19B82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62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11-row-label-3">
            <a:extLst xmlns:a="http://schemas.openxmlformats.org/drawingml/2006/main">
              <a:ext uri="{FF2B5EF4-FFF2-40B4-BE49-F238E27FC236}">
                <a16:creationId xmlns:a16="http://schemas.microsoft.com/office/drawing/2014/main" id="{EEB5D3B6-3B8E-4417-BF91-231C045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00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呈现规则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s11-row-value-3">
            <a:extLst xmlns:a="http://schemas.openxmlformats.org/drawingml/2006/main">
              <a:ext uri="{FF2B5EF4-FFF2-40B4-BE49-F238E27FC236}">
                <a16:creationId xmlns:a16="http://schemas.microsoft.com/office/drawing/2014/main" id="{D148998C-02F8-4E3A-8218-B1D606D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字体层级、间距布局、组件及图表主题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s11-row-line-4">
            <a:extLst xmlns:a="http://schemas.openxmlformats.org/drawingml/2006/main">
              <a:ext uri="{FF2B5EF4-FFF2-40B4-BE49-F238E27FC236}">
                <a16:creationId xmlns:a16="http://schemas.microsoft.com/office/drawing/2014/main" id="{D4363DAF-A704-4913-93F7-9DED2323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9117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11-row-label-4">
            <a:extLst xmlns:a="http://schemas.openxmlformats.org/drawingml/2006/main">
              <a:ext uri="{FF2B5EF4-FFF2-40B4-BE49-F238E27FC236}">
                <a16:creationId xmlns:a16="http://schemas.microsoft.com/office/drawing/2014/main" id="{39C6B563-4456-4FEE-BB95-4F41C5A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292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治理规则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s11-row-value-4">
            <a:extLst xmlns:a="http://schemas.openxmlformats.org/drawingml/2006/main">
              <a:ext uri="{FF2B5EF4-FFF2-40B4-BE49-F238E27FC236}">
                <a16:creationId xmlns:a16="http://schemas.microsoft.com/office/drawing/2014/main" id="{0206D645-B450-49D6-A880-7026B4B0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292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验证、版本、发布与回滚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s11-structure-desc">
            <a:extLst xmlns:a="http://schemas.openxmlformats.org/drawingml/2006/main">
              <a:ext uri="{FF2B5EF4-FFF2-40B4-BE49-F238E27FC236}">
                <a16:creationId xmlns:a16="http://schemas.microsoft.com/office/drawing/2014/main" id="{B555A8F6-F4FD-4144-8650-FC3D6B6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24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统一命名和字段边界，让 Agent 能够稳定读取、组合和验证设计语言。</a:t>
            </a:r>
            <a:endParaRPr sz="11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877235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67470516-BA37-459A-9B30-75C0A1B8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0C384F-DE7B-444D-9625-5DA8D02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生成闭环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1501217-0380-47E1-B46A-A327117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完整报告生成与可行性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验证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69844AD-04B4-4263-9804-B2569CF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7021466-533A-4E23-9631-3388D99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B82A7D5-4AFF-4559-B836-2BCC885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2-halo-1">
            <a:extLst xmlns:a="http://schemas.openxmlformats.org/drawingml/2006/main">
              <a:ext uri="{FF2B5EF4-FFF2-40B4-BE49-F238E27FC236}">
                <a16:creationId xmlns:a16="http://schemas.microsoft.com/office/drawing/2014/main" id="{1F6859C2-5524-4E2D-B51B-2796B50D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420" y="21621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12-dot-1">
            <a:extLst xmlns:a="http://schemas.openxmlformats.org/drawingml/2006/main">
              <a:ext uri="{FF2B5EF4-FFF2-40B4-BE49-F238E27FC236}">
                <a16:creationId xmlns:a16="http://schemas.microsoft.com/office/drawing/2014/main" id="{6AE882AC-621E-4862-9DF6-BE9A09F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170" y="2828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2-check-1">
            <a:extLst xmlns:a="http://schemas.openxmlformats.org/drawingml/2006/main">
              <a:ext uri="{FF2B5EF4-FFF2-40B4-BE49-F238E27FC236}">
                <a16:creationId xmlns:a16="http://schemas.microsoft.com/office/drawing/2014/main" id="{B92491A8-AA0D-416A-BB54-4616CFB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170" y="2828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✓</a:t>
            </a:r>
            <a:endParaRPr sz="2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2-label-1">
            <a:extLst xmlns:a="http://schemas.openxmlformats.org/drawingml/2006/main">
              <a:ext uri="{FF2B5EF4-FFF2-40B4-BE49-F238E27FC236}">
                <a16:creationId xmlns:a16="http://schemas.microsoft.com/office/drawing/2014/main" id="{05834CDA-CCA6-46F7-8251-8CB6D90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17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真实场景</a:t>
            </a: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验证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2-title-1">
            <a:extLst xmlns:a="http://schemas.openxmlformats.org/drawingml/2006/main">
              <a:ext uri="{FF2B5EF4-FFF2-40B4-BE49-F238E27FC236}">
                <a16:creationId xmlns:a16="http://schemas.microsoft.com/office/drawing/2014/main" id="{D6560B11-71F1-44DB-BD30-3D243A95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0" y="4308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招商智能体 已成功验证 Agent 通过报告模板生成完整报告的可行性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2-body-1">
            <a:extLst xmlns:a="http://schemas.openxmlformats.org/drawingml/2006/main">
              <a:ext uri="{FF2B5EF4-FFF2-40B4-BE49-F238E27FC236}">
                <a16:creationId xmlns:a16="http://schemas.microsoft.com/office/drawing/2014/main" id="{B6633BA8-C0DD-4581-BB35-64D5529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0" y="51847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从用户需求到报告生成，到结果预览的闭环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2-halo-2">
            <a:extLst xmlns:a="http://schemas.openxmlformats.org/drawingml/2006/main">
              <a:ext uri="{FF2B5EF4-FFF2-40B4-BE49-F238E27FC236}">
                <a16:creationId xmlns:a16="http://schemas.microsoft.com/office/drawing/2014/main" id="{0933384A-9F73-4AF3-BEDF-819E5A2D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920" y="21621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2-dot-2">
            <a:extLst xmlns:a="http://schemas.openxmlformats.org/drawingml/2006/main">
              <a:ext uri="{FF2B5EF4-FFF2-40B4-BE49-F238E27FC236}">
                <a16:creationId xmlns:a16="http://schemas.microsoft.com/office/drawing/2014/main" id="{FED1A0B0-CF85-45B9-B5EF-1824D62C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70" y="2828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2-check-2">
            <a:extLst xmlns:a="http://schemas.openxmlformats.org/drawingml/2006/main">
              <a:ext uri="{FF2B5EF4-FFF2-40B4-BE49-F238E27FC236}">
                <a16:creationId xmlns:a16="http://schemas.microsoft.com/office/drawing/2014/main" id="{7FF3B84B-26DA-4569-A72D-E619E65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70" y="2828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✓</a:t>
            </a:r>
            <a:endParaRPr sz="2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2-label-2">
            <a:extLst xmlns:a="http://schemas.openxmlformats.org/drawingml/2006/main">
              <a:ext uri="{FF2B5EF4-FFF2-40B4-BE49-F238E27FC236}">
                <a16:creationId xmlns:a16="http://schemas.microsoft.com/office/drawing/2014/main" id="{26781A6E-B1EE-4251-8B35-1390241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7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POC验证</a:t>
            </a:r>
            <a:endParaRPr sz="12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2-title-2">
            <a:extLst xmlns:a="http://schemas.openxmlformats.org/drawingml/2006/main">
              <a:ext uri="{FF2B5EF4-FFF2-40B4-BE49-F238E27FC236}">
                <a16:creationId xmlns:a16="http://schemas.microsoft.com/office/drawing/2014/main" id="{F0495D9B-D1ED-45DE-A3E0-328B6B2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670" y="4308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模板管理平台 POC 已成功验证 Agent 生成模板</a:t>
            </a: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、模板匹配</a:t>
            </a: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的可行性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2-body-2">
            <a:extLst xmlns:a="http://schemas.openxmlformats.org/drawingml/2006/main">
              <a:ext uri="{FF2B5EF4-FFF2-40B4-BE49-F238E27FC236}">
                <a16:creationId xmlns:a16="http://schemas.microsoft.com/office/drawing/2014/main" id="{F571C7B0-26F1-436B-AA7B-3237794E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4775"/>
            <a:ext cx="41287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进一步把模板生产和报告生成连接成可持续迭代的产品闭环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612605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C9D504E0-33EC-4306-A24B-7630E1B6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DC5EBE-BE86-4B01-BDB3-005AC533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8A5F94-86BB-43B6-A4D6-3D9E824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模板变更从代码开发转为内容维护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FCCBEA-8495-49FF-9178-4F4C106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F9B3D8-F951-4D40-908A-06B54A0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070680E-D291-40E4-ADFC-9EE0805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12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3-conclusion">
            <a:extLst xmlns:a="http://schemas.openxmlformats.org/drawingml/2006/main">
              <a:ext uri="{FF2B5EF4-FFF2-40B4-BE49-F238E27FC236}">
                <a16:creationId xmlns:a16="http://schemas.microsoft.com/office/drawing/2014/main" id="{8BDDE6ED-BCBF-42D7-86F7-464127A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0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变更成本从“研发工程”降为“内容编辑”</a:t>
            </a:r>
            <a:endParaRPr sz="1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6F3ACE5-97F4-417B-BA9A-6F9EFB7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05A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05A5A"/>
                </a:solidFill>
                <a:latin typeface="Hiragino Sans GB"/>
                <a:ea typeface="Hiragino Sans GB"/>
                <a:cs typeface="Hiragino Sans GB"/>
              </a:rPr>
              <a:t>传统模式</a:t>
            </a:r>
            <a:endParaRPr sz="2100" b="1">
              <a:solidFill>
                <a:srgbClr val="A05A5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0FFAC5-65F8-43D6-A9F3-00CD8442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rPr>
              <a:t>Prompt 模式</a:t>
            </a:r>
            <a:endParaRPr sz="2100" b="1">
              <a:solidFill>
                <a:srgbClr val="4E857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786E4D5-1C71-49B5-A765-F131231D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变更对象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BC00882-FF1C-4A7A-B815-78E0FA1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7C95FCAE-52EA-47DE-A0F6-2AFD1684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4FDB955-0ABE-4FF7-8CF1-5FC0E2CC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修改前后端模板代码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55A6D79-27A6-494C-AF3A-AF39405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4D8B80"/>
                </a:solidFill>
              </a:rPr>
              <a:t>通过 Agent 辅助</a:t>
            </a:r>
            <a:r>
              <a:rPr b="1">
                <a:solidFill>
                  <a:srgbClr val="4D8B80"/>
                </a:solidFill>
              </a:rPr>
              <a:t>调整</a:t>
            </a:r>
            <a:r>
              <a:rPr b="1">
                <a:solidFill>
                  <a:srgbClr val="4D8B80"/>
                </a:solidFill>
              </a:rPr>
              <a:t>Prompt</a:t>
            </a:r>
            <a:endParaRPr b="1">
              <a:solidFill>
                <a:srgbClr val="4D8B80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EAF7060-F84B-4F50-AE06-ADB239D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变更流程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69EC5AE-1F23-43DA-B7B6-3DF3B98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7DE9892F-A0B0-48DC-8336-550B8DB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1A996DA-11BD-4BB3-AFED-FDB09BE9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进入研发排期与联调</a:t>
            </a:r>
            <a:r>
              <a:rPr sz="1500" b="1">
                <a:solidFill>
                  <a:srgbClr val="B95C5C"/>
                </a:solidFill>
              </a:rPr>
              <a:t>，</a:t>
            </a:r>
            <a:r>
              <a:rPr sz="1500"/>
              <a:t>重新测试和部署</a:t>
            </a:r>
            <a:endParaRPr sz="15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0B192FE-FDFA-4F3B-9949-B19CEA14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8B80"/>
                </a:solidFill>
                <a:latin typeface="Hiragino Sans GB"/>
                <a:ea typeface="Hiragino Sans GB"/>
                <a:cs typeface="Hiragino Sans GB"/>
              </a:rPr>
              <a:t>模板管理台完成调整，实时发布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A7643DC-427E-4B01-BBCE-757AFBE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变更耗时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ADEC3F0-1801-48E7-AC73-17116D9C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2858D9F-25DE-403B-B5F8-BC10F92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52C2251-194E-4ED9-9B37-CD20CDCA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通常以天为单位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DA6C0FF-54FE-4BD7-A6E3-E1D628F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rPr>
              <a:t>快至几分钟</a:t>
            </a:r>
            <a:endParaRPr sz="1500" b="1">
              <a:solidFill>
                <a:srgbClr val="4E857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B755097-90A2-4EC9-B196-4090F60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复用</a:t>
            </a: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程度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577347E-1189-4B0D-BE83-B9DBC306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3B38C7AF-433D-46B1-8230-0679419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9EA2E94-F2C7-49E7-BFD0-04747D31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新场景重复建设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CDB3B5F8-03D6-472D-B79A-FC021123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8B80"/>
                </a:solidFill>
                <a:latin typeface="Hiragino Sans GB"/>
                <a:ea typeface="Hiragino Sans GB"/>
                <a:cs typeface="Hiragino Sans GB"/>
              </a:rPr>
              <a:t>一键切换历史版本、</a:t>
            </a:r>
            <a:r>
              <a:rPr b="1">
                <a:solidFill>
                  <a:srgbClr val="4D8B80"/>
                </a:solidFill>
              </a:rPr>
              <a:t>从已有模板扩展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886428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CE7B88-771D-4620-A929-3F06186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984692-039D-4C6B-B754-3D5680B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6E2DA4-EBE5-4053-8A1C-6CFA1316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设计语言适配不同受众和交付场景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B3B0B71-CEAD-4BC4-82B8-A9AF5866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A336BB-88A5-496E-94D9-BC667BEE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1B0834-21C9-49AD-9DB0-4BE05528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13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14-label">
            <a:extLst xmlns:a="http://schemas.openxmlformats.org/drawingml/2006/main">
              <a:ext uri="{FF2B5EF4-FFF2-40B4-BE49-F238E27FC236}">
                <a16:creationId xmlns:a16="http://schemas.microsoft.com/office/drawing/2014/main" id="{20577988-ED35-418F-B60C-78CCEEA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多对多组合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4-left-1-circle">
            <a:extLst xmlns:a="http://schemas.openxmlformats.org/drawingml/2006/main">
              <a:ext uri="{FF2B5EF4-FFF2-40B4-BE49-F238E27FC236}">
                <a16:creationId xmlns:a16="http://schemas.microsoft.com/office/drawing/2014/main" id="{C1799202-B9A3-438C-86B5-A2D37DAF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4-left-1-text">
            <a:extLst xmlns:a="http://schemas.openxmlformats.org/drawingml/2006/main">
              <a:ext uri="{FF2B5EF4-FFF2-40B4-BE49-F238E27FC236}">
                <a16:creationId xmlns:a16="http://schemas.microsoft.com/office/drawing/2014/main" id="{4A3B53D4-32C9-42A4-9C1F-E3405AA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4-left-text-1">
            <a:extLst xmlns:a="http://schemas.openxmlformats.org/drawingml/2006/main">
              <a:ext uri="{FF2B5EF4-FFF2-40B4-BE49-F238E27FC236}">
                <a16:creationId xmlns:a16="http://schemas.microsoft.com/office/drawing/2014/main" id="{3F61839D-16D6-40C3-8CCF-ECA52A8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招商线索分析报告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4-left-2-circle">
            <a:extLst xmlns:a="http://schemas.openxmlformats.org/drawingml/2006/main">
              <a:ext uri="{FF2B5EF4-FFF2-40B4-BE49-F238E27FC236}">
                <a16:creationId xmlns:a16="http://schemas.microsoft.com/office/drawing/2014/main" id="{0F1081DA-15C4-4C26-9C29-7A6B28F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4-left-2-text">
            <a:extLst xmlns:a="http://schemas.openxmlformats.org/drawingml/2006/main">
              <a:ext uri="{FF2B5EF4-FFF2-40B4-BE49-F238E27FC236}">
                <a16:creationId xmlns:a16="http://schemas.microsoft.com/office/drawing/2014/main" id="{AA175D8E-AEA4-4A17-A8CB-69EF7BE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4-left-text-2">
            <a:extLst xmlns:a="http://schemas.openxmlformats.org/drawingml/2006/main">
              <a:ext uri="{FF2B5EF4-FFF2-40B4-BE49-F238E27FC236}">
                <a16:creationId xmlns:a16="http://schemas.microsoft.com/office/drawing/2014/main" id="{497138BD-99A8-44D6-92AB-94113BD5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企业画像报告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4-left-3-circle">
            <a:extLst xmlns:a="http://schemas.openxmlformats.org/drawingml/2006/main">
              <a:ext uri="{FF2B5EF4-FFF2-40B4-BE49-F238E27FC236}">
                <a16:creationId xmlns:a16="http://schemas.microsoft.com/office/drawing/2014/main" id="{417A48DE-D4F9-4BA2-A844-BB629421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4-left-3-text">
            <a:extLst xmlns:a="http://schemas.openxmlformats.org/drawingml/2006/main">
              <a:ext uri="{FF2B5EF4-FFF2-40B4-BE49-F238E27FC236}">
                <a16:creationId xmlns:a16="http://schemas.microsoft.com/office/drawing/2014/main" id="{40CCEF24-5F18-41B7-8F47-7E7C983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4-left-text-3">
            <a:extLst xmlns:a="http://schemas.openxmlformats.org/drawingml/2006/main">
              <a:ext uri="{FF2B5EF4-FFF2-40B4-BE49-F238E27FC236}">
                <a16:creationId xmlns:a16="http://schemas.microsoft.com/office/drawing/2014/main" id="{2ABDCD92-06C4-4A21-84D8-B3A1DDB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产业诊断报告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4-right-1-circle">
            <a:extLst xmlns:a="http://schemas.openxmlformats.org/drawingml/2006/main">
              <a:ext uri="{FF2B5EF4-FFF2-40B4-BE49-F238E27FC236}">
                <a16:creationId xmlns:a16="http://schemas.microsoft.com/office/drawing/2014/main" id="{A6E2DA36-588E-464E-A6B2-6C4AAD25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4-right-1-text">
            <a:extLst xmlns:a="http://schemas.openxmlformats.org/drawingml/2006/main">
              <a:ext uri="{FF2B5EF4-FFF2-40B4-BE49-F238E27FC236}">
                <a16:creationId xmlns:a16="http://schemas.microsoft.com/office/drawing/2014/main" id="{E60F55CF-ED89-4928-90C6-22166A5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4-right-text-1">
            <a:extLst xmlns:a="http://schemas.openxmlformats.org/drawingml/2006/main">
              <a:ext uri="{FF2B5EF4-FFF2-40B4-BE49-F238E27FC236}">
                <a16:creationId xmlns:a16="http://schemas.microsoft.com/office/drawing/2014/main" id="{C6B9A6CF-026A-4ED7-9CB8-1DA2103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特定行业风格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4-right-2-circle">
            <a:extLst xmlns:a="http://schemas.openxmlformats.org/drawingml/2006/main">
              <a:ext uri="{FF2B5EF4-FFF2-40B4-BE49-F238E27FC236}">
                <a16:creationId xmlns:a16="http://schemas.microsoft.com/office/drawing/2014/main" id="{FF30187C-F2A8-437E-889A-08C188E5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4-right-2-text">
            <a:extLst xmlns:a="http://schemas.openxmlformats.org/drawingml/2006/main">
              <a:ext uri="{FF2B5EF4-FFF2-40B4-BE49-F238E27FC236}">
                <a16:creationId xmlns:a16="http://schemas.microsoft.com/office/drawing/2014/main" id="{A033C6C6-AE2F-4CBB-9789-0A27FBF3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4-right-text-2">
            <a:extLst xmlns:a="http://schemas.openxmlformats.org/drawingml/2006/main">
              <a:ext uri="{FF2B5EF4-FFF2-40B4-BE49-F238E27FC236}">
                <a16:creationId xmlns:a16="http://schemas.microsoft.com/office/drawing/2014/main" id="{52C84E36-686B-4CD5-9EF7-F956A339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特定受众风格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4-right-3-circle">
            <a:extLst xmlns:a="http://schemas.openxmlformats.org/drawingml/2006/main">
              <a:ext uri="{FF2B5EF4-FFF2-40B4-BE49-F238E27FC236}">
                <a16:creationId xmlns:a16="http://schemas.microsoft.com/office/drawing/2014/main" id="{E494CC65-D1A7-4A87-802E-4BEEE63D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4-right-3-text">
            <a:extLst xmlns:a="http://schemas.openxmlformats.org/drawingml/2006/main">
              <a:ext uri="{FF2B5EF4-FFF2-40B4-BE49-F238E27FC236}">
                <a16:creationId xmlns:a16="http://schemas.microsoft.com/office/drawing/2014/main" id="{48C99FB1-2E14-47CF-8BB7-140A8B14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4-right-text-3">
            <a:extLst xmlns:a="http://schemas.openxmlformats.org/drawingml/2006/main">
              <a:ext uri="{FF2B5EF4-FFF2-40B4-BE49-F238E27FC236}">
                <a16:creationId xmlns:a16="http://schemas.microsoft.com/office/drawing/2014/main" id="{3F7FE283-14C4-4D65-A8A1-A9AF4E20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客户定制风格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4-center-halo">
            <a:extLst xmlns:a="http://schemas.openxmlformats.org/drawingml/2006/main">
              <a:ext uri="{FF2B5EF4-FFF2-40B4-BE49-F238E27FC236}">
                <a16:creationId xmlns:a16="http://schemas.microsoft.com/office/drawing/2014/main" id="{746F1900-7425-476D-9901-443E33D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4-center">
            <a:extLst xmlns:a="http://schemas.openxmlformats.org/drawingml/2006/main">
              <a:ext uri="{FF2B5EF4-FFF2-40B4-BE49-F238E27FC236}">
                <a16:creationId xmlns:a16="http://schemas.microsoft.com/office/drawing/2014/main" id="{B5145F71-644B-4792-90AD-1201D9B5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9187"/>
            </a:solidFill>
            <a:prstDash val="solid"/>
          </a:ln>
        </p:spPr>
      </p:sp>
      <p:sp>
        <p:nvSpPr>
          <p:cNvPr id="49" name="s14-center-text">
            <a:extLst xmlns:a="http://schemas.openxmlformats.org/drawingml/2006/main">
              <a:ext uri="{FF2B5EF4-FFF2-40B4-BE49-F238E27FC236}">
                <a16:creationId xmlns:a16="http://schemas.microsoft.com/office/drawing/2014/main" id="{0B01B09D-8B0D-4097-A1A6-3B73133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71825"/>
            <a:ext cx="161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按受众和场景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选择适合的组合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4-left-flow">
            <a:extLst xmlns:a="http://schemas.openxmlformats.org/drawingml/2006/main">
              <a:ext uri="{FF2B5EF4-FFF2-40B4-BE49-F238E27FC236}">
                <a16:creationId xmlns:a16="http://schemas.microsoft.com/office/drawing/2014/main" id="{9E012815-1E57-4907-8718-3B102F54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3667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C9EE"/>
            </a:solidFill>
            <a:prstDash val="solid"/>
          </a:ln>
        </p:spPr>
      </p:sp>
      <p:sp>
        <p:nvSpPr>
          <p:cNvPr id="51" name="s14-right-flow">
            <a:extLst xmlns:a="http://schemas.openxmlformats.org/drawingml/2006/main">
              <a:ext uri="{FF2B5EF4-FFF2-40B4-BE49-F238E27FC236}">
                <a16:creationId xmlns:a16="http://schemas.microsoft.com/office/drawing/2014/main" id="{1968A648-09B9-4F40-9120-6FF7E172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6480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DDA8"/>
            </a:solidFill>
            <a:prstDash val="solid"/>
          </a:ln>
        </p:spPr>
      </p:sp>
      <p:sp>
        <p:nvSpPr>
          <p:cNvPr id="52" name="s14-conclusion">
            <a:extLst xmlns:a="http://schemas.openxmlformats.org/drawingml/2006/main">
              <a:ext uri="{FF2B5EF4-FFF2-40B4-BE49-F238E27FC236}">
                <a16:creationId xmlns:a16="http://schemas.microsoft.com/office/drawing/2014/main" id="{1D000020-BEB0-4233-9BD0-BF4B4E2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609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同一内容可切换多种风格，一套设计语言也能服务多类报告。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9206444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4B6F863-159A-46FB-8112-AF4E52CB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D22C9E-9F79-4FFE-A019-B840EEC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D7F2E1-7458-4682-BFF6-04BF463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结构化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提高报告生成稳定性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E9C52B-F7BC-4D0E-B6C9-84D0075E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FAE5F10-0EB9-4281-8374-8E9D6E6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F652C6C-0311-477C-99E4-B126C63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14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15-left-head">
            <a:extLst xmlns:a="http://schemas.openxmlformats.org/drawingml/2006/main">
              <a:ext uri="{FF2B5EF4-FFF2-40B4-BE49-F238E27FC236}">
                <a16:creationId xmlns:a16="http://schemas.microsoft.com/office/drawing/2014/main" id="{A39B7F98-52AA-46DD-B390-AC6DDB6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完全自由生成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5-left-sub">
            <a:extLst xmlns:a="http://schemas.openxmlformats.org/drawingml/2006/main">
              <a:ext uri="{FF2B5EF4-FFF2-40B4-BE49-F238E27FC236}">
                <a16:creationId xmlns:a16="http://schemas.microsoft.com/office/drawing/2014/main" id="{B5322BF1-E438-4B82-AA55-478E9EC3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结构、数据和视觉随模型发挥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5-free-num-1">
            <a:extLst xmlns:a="http://schemas.openxmlformats.org/drawingml/2006/main">
              <a:ext uri="{FF2B5EF4-FFF2-40B4-BE49-F238E27FC236}">
                <a16:creationId xmlns:a16="http://schemas.microsoft.com/office/drawing/2014/main" id="{2C6702B3-ECBD-4E22-9FC0-24B4A45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82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5-free-line-1">
            <a:extLst xmlns:a="http://schemas.openxmlformats.org/drawingml/2006/main">
              <a:ext uri="{FF2B5EF4-FFF2-40B4-BE49-F238E27FC236}">
                <a16:creationId xmlns:a16="http://schemas.microsoft.com/office/drawing/2014/main" id="{A1F1CDAD-F516-4D83-BD96-2A74171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52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15-free-title-1">
            <a:extLst xmlns:a="http://schemas.openxmlformats.org/drawingml/2006/main">
              <a:ext uri="{FF2B5EF4-FFF2-40B4-BE49-F238E27FC236}">
                <a16:creationId xmlns:a16="http://schemas.microsoft.com/office/drawing/2014/main" id="{75281B73-A164-4F1E-9FDE-72EFC694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90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结构容易漂移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5-free-body-1">
            <a:extLst xmlns:a="http://schemas.openxmlformats.org/drawingml/2006/main">
              <a:ext uri="{FF2B5EF4-FFF2-40B4-BE49-F238E27FC236}">
                <a16:creationId xmlns:a16="http://schemas.microsoft.com/office/drawing/2014/main" id="{A93FE4F1-A154-4E99-9C2B-BB39F7DB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章节和组件随运行变化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5-free-num-2">
            <a:extLst xmlns:a="http://schemas.openxmlformats.org/drawingml/2006/main">
              <a:ext uri="{FF2B5EF4-FFF2-40B4-BE49-F238E27FC236}">
                <a16:creationId xmlns:a16="http://schemas.microsoft.com/office/drawing/2014/main" id="{265E5718-C7DC-48A5-8381-A9F614D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1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5-free-line-2">
            <a:extLst xmlns:a="http://schemas.openxmlformats.org/drawingml/2006/main">
              <a:ext uri="{FF2B5EF4-FFF2-40B4-BE49-F238E27FC236}">
                <a16:creationId xmlns:a16="http://schemas.microsoft.com/office/drawing/2014/main" id="{C1BED260-A215-48C0-9A03-7950BA02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86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5-free-title-2">
            <a:extLst xmlns:a="http://schemas.openxmlformats.org/drawingml/2006/main">
              <a:ext uri="{FF2B5EF4-FFF2-40B4-BE49-F238E27FC236}">
                <a16:creationId xmlns:a16="http://schemas.microsoft.com/office/drawing/2014/main" id="{EAD65BAF-EE1B-4388-9B16-370889A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242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业务口径不一致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5-free-body-2">
            <a:extLst xmlns:a="http://schemas.openxmlformats.org/drawingml/2006/main">
              <a:ext uri="{FF2B5EF4-FFF2-40B4-BE49-F238E27FC236}">
                <a16:creationId xmlns:a16="http://schemas.microsoft.com/office/drawing/2014/main" id="{6A277224-B7E6-40E0-94FF-424C08D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数据解释依赖模型临场判断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5-free-num-3">
            <a:extLst xmlns:a="http://schemas.openxmlformats.org/drawingml/2006/main">
              <a:ext uri="{FF2B5EF4-FFF2-40B4-BE49-F238E27FC236}">
                <a16:creationId xmlns:a16="http://schemas.microsoft.com/office/drawing/2014/main" id="{967A5EE3-CB00-442F-9BA7-3E5F0FF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51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5-free-line-3">
            <a:extLst xmlns:a="http://schemas.openxmlformats.org/drawingml/2006/main">
              <a:ext uri="{FF2B5EF4-FFF2-40B4-BE49-F238E27FC236}">
                <a16:creationId xmlns:a16="http://schemas.microsoft.com/office/drawing/2014/main" id="{41251E20-87C9-4AAC-AD4B-DFD71EF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9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5-free-title-3">
            <a:extLst xmlns:a="http://schemas.openxmlformats.org/drawingml/2006/main">
              <a:ext uri="{FF2B5EF4-FFF2-40B4-BE49-F238E27FC236}">
                <a16:creationId xmlns:a16="http://schemas.microsoft.com/office/drawing/2014/main" id="{969AD850-8F12-4A94-8063-F863C7D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优秀结果难复现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5-free-body-3">
            <a:extLst xmlns:a="http://schemas.openxmlformats.org/drawingml/2006/main">
              <a:ext uri="{FF2B5EF4-FFF2-40B4-BE49-F238E27FC236}">
                <a16:creationId xmlns:a16="http://schemas.microsoft.com/office/drawing/2014/main" id="{FBA25F93-2FBD-4130-A2EC-65AF0BA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模型或参数变化就可能得到另一种答案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5-divider">
            <a:extLst xmlns:a="http://schemas.openxmlformats.org/drawingml/2006/main">
              <a:ext uri="{FF2B5EF4-FFF2-40B4-BE49-F238E27FC236}">
                <a16:creationId xmlns:a16="http://schemas.microsoft.com/office/drawing/2014/main" id="{2A0762E8-7231-4A17-9F68-A28EE04F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09750"/>
            <a:ext cx="285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5-right-head">
            <a:extLst xmlns:a="http://schemas.openxmlformats.org/drawingml/2006/main">
              <a:ext uri="{FF2B5EF4-FFF2-40B4-BE49-F238E27FC236}">
                <a16:creationId xmlns:a16="http://schemas.microsoft.com/office/drawing/2014/main" id="{F2B13019-39DC-4CA5-A7A5-64BBAFAC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954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模板约束下生成</a:t>
            </a:r>
            <a:endParaRPr sz="2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5-right-sub">
            <a:extLst xmlns:a="http://schemas.openxmlformats.org/drawingml/2006/main">
              <a:ext uri="{FF2B5EF4-FFF2-40B4-BE49-F238E27FC236}">
                <a16:creationId xmlns:a16="http://schemas.microsoft.com/office/drawing/2014/main" id="{E813A670-BBD4-4D23-ADFA-F8D090E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验证与试生成预览提前暴露问题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5-guard-1">
            <a:extLst xmlns:a="http://schemas.openxmlformats.org/drawingml/2006/main">
              <a:ext uri="{FF2B5EF4-FFF2-40B4-BE49-F238E27FC236}">
                <a16:creationId xmlns:a16="http://schemas.microsoft.com/office/drawing/2014/main" id="{9B317F52-61E3-485A-BFFC-933ED70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44767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CF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5-guard-num-1">
            <a:extLst xmlns:a="http://schemas.openxmlformats.org/drawingml/2006/main">
              <a:ext uri="{FF2B5EF4-FFF2-40B4-BE49-F238E27FC236}">
                <a16:creationId xmlns:a16="http://schemas.microsoft.com/office/drawing/2014/main" id="{C53E4E7D-CF48-47DF-B014-A67D529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15-guard-title-1">
            <a:extLst xmlns:a="http://schemas.openxmlformats.org/drawingml/2006/main">
              <a:ext uri="{FF2B5EF4-FFF2-40B4-BE49-F238E27FC236}">
                <a16:creationId xmlns:a16="http://schemas.microsoft.com/office/drawing/2014/main" id="{B8B28BC6-FE25-44C9-9FE9-B4FADA0F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574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收敛输出空间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5-guard-body-1">
            <a:extLst xmlns:a="http://schemas.openxmlformats.org/drawingml/2006/main">
              <a:ext uri="{FF2B5EF4-FFF2-40B4-BE49-F238E27FC236}">
                <a16:creationId xmlns:a16="http://schemas.microsoft.com/office/drawing/2014/main" id="{4362B579-E366-4D84-977F-52B30CE3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限定模块、字段、数量与顺序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5-guard-2">
            <a:extLst xmlns:a="http://schemas.openxmlformats.org/drawingml/2006/main">
              <a:ext uri="{FF2B5EF4-FFF2-40B4-BE49-F238E27FC236}">
                <a16:creationId xmlns:a16="http://schemas.microsoft.com/office/drawing/2014/main" id="{02FB280C-7654-418C-9454-343780C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24225"/>
            <a:ext cx="42481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5-guard-num-2">
            <a:extLst xmlns:a="http://schemas.openxmlformats.org/drawingml/2006/main">
              <a:ext uri="{FF2B5EF4-FFF2-40B4-BE49-F238E27FC236}">
                <a16:creationId xmlns:a16="http://schemas.microsoft.com/office/drawing/2014/main" id="{6E115A07-7FB9-43C9-956F-07E8F03A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62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5-guard-title-2">
            <a:extLst xmlns:a="http://schemas.openxmlformats.org/drawingml/2006/main">
              <a:ext uri="{FF2B5EF4-FFF2-40B4-BE49-F238E27FC236}">
                <a16:creationId xmlns:a16="http://schemas.microsoft.com/office/drawing/2014/main" id="{C8114C36-63CF-483E-BD65-A2B87771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43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统一业务语义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5-guard-body-2">
            <a:extLst xmlns:a="http://schemas.openxmlformats.org/drawingml/2006/main">
              <a:ext uri="{FF2B5EF4-FFF2-40B4-BE49-F238E27FC236}">
                <a16:creationId xmlns:a16="http://schemas.microsoft.com/office/drawing/2014/main" id="{C7AE92C4-F23D-4F43-9D8F-735C869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固化变量、业务口径与数据契约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15-guard-3">
            <a:extLst xmlns:a="http://schemas.openxmlformats.org/drawingml/2006/main">
              <a:ext uri="{FF2B5EF4-FFF2-40B4-BE49-F238E27FC236}">
                <a16:creationId xmlns:a16="http://schemas.microsoft.com/office/drawing/2014/main" id="{569A3850-BE37-4B1C-AD62-92AD3FE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40195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1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15-guard-num-3">
            <a:extLst xmlns:a="http://schemas.openxmlformats.org/drawingml/2006/main">
              <a:ext uri="{FF2B5EF4-FFF2-40B4-BE49-F238E27FC236}">
                <a16:creationId xmlns:a16="http://schemas.microsoft.com/office/drawing/2014/main" id="{54717132-B779-400E-99A0-A32B9F3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48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5-guard-title-3">
            <a:extLst xmlns:a="http://schemas.openxmlformats.org/drawingml/2006/main">
              <a:ext uri="{FF2B5EF4-FFF2-40B4-BE49-F238E27FC236}">
                <a16:creationId xmlns:a16="http://schemas.microsoft.com/office/drawing/2014/main" id="{AD92B28B-4395-414C-980D-A509910A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29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明确异常边界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15-guard-body-3">
            <a:extLst xmlns:a="http://schemas.openxmlformats.org/drawingml/2006/main">
              <a:ext uri="{FF2B5EF4-FFF2-40B4-BE49-F238E27FC236}">
                <a16:creationId xmlns:a16="http://schemas.microsoft.com/office/drawing/2014/main" id="{CBCC8F68-3E8E-465C-A983-D348BBE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86250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规定缺失、冲突和不可比的处理方式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5-guard-4">
            <a:extLst xmlns:a="http://schemas.openxmlformats.org/drawingml/2006/main">
              <a:ext uri="{FF2B5EF4-FFF2-40B4-BE49-F238E27FC236}">
                <a16:creationId xmlns:a16="http://schemas.microsoft.com/office/drawing/2014/main" id="{E6BFE394-24C7-4296-9BF3-2F975CC7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95825"/>
            <a:ext cx="37909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8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15-guard-num-4">
            <a:extLst xmlns:a="http://schemas.openxmlformats.org/drawingml/2006/main">
              <a:ext uri="{FF2B5EF4-FFF2-40B4-BE49-F238E27FC236}">
                <a16:creationId xmlns:a16="http://schemas.microsoft.com/office/drawing/2014/main" id="{54642FC4-2BCD-4558-A23F-EA1D5C01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33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15-guard-title-4">
            <a:extLst xmlns:a="http://schemas.openxmlformats.org/drawingml/2006/main">
              <a:ext uri="{FF2B5EF4-FFF2-40B4-BE49-F238E27FC236}">
                <a16:creationId xmlns:a16="http://schemas.microsoft.com/office/drawing/2014/main" id="{BDA7D30B-503E-4364-BB12-FAB69EB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阻断不合格结果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15-guard-body-4">
            <a:extLst xmlns:a="http://schemas.openxmlformats.org/drawingml/2006/main">
              <a:ext uri="{FF2B5EF4-FFF2-40B4-BE49-F238E27FC236}">
                <a16:creationId xmlns:a16="http://schemas.microsoft.com/office/drawing/2014/main" id="{A58EEA48-E86E-4E30-B873-CC2515FC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2409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通过验证和试生成预览提前发现问题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s15-conclusion">
            <a:extLst xmlns:a="http://schemas.openxmlformats.org/drawingml/2006/main">
              <a:ext uri="{FF2B5EF4-FFF2-40B4-BE49-F238E27FC236}">
                <a16:creationId xmlns:a16="http://schemas.microsoft.com/office/drawing/2014/main" id="{A9F1CAD1-C325-4E6D-BEE7-1D663EB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864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质量从单次生成的偶然性，转为模板资产与生成校验共同保证的可复现过程。</a:t>
            </a:r>
            <a:endParaRPr sz="1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5110054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215DF863-F422-4875-B888-E14A99E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50A6F0-663F-46BA-8E51-6B826E3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929812-1167-4B5D-83BD-D2080C0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独立模板平台让优秀经验跨场景沉淀、复用与治理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D748837-E59D-45AB-9614-EB846B7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ABA13D-1353-47EA-9518-6BB0EAF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38077E-BB74-4BE1-B498-1E94B08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15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6-track">
            <a:extLst xmlns:a="http://schemas.openxmlformats.org/drawingml/2006/main">
              <a:ext uri="{FF2B5EF4-FFF2-40B4-BE49-F238E27FC236}">
                <a16:creationId xmlns:a16="http://schemas.microsoft.com/office/drawing/2014/main" id="{9548628F-10F8-46BA-B712-BFF3B64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30" name="s16-station-1-circle">
            <a:extLst xmlns:a="http://schemas.openxmlformats.org/drawingml/2006/main">
              <a:ext uri="{FF2B5EF4-FFF2-40B4-BE49-F238E27FC236}">
                <a16:creationId xmlns:a16="http://schemas.microsoft.com/office/drawing/2014/main" id="{05777E45-4F24-4312-909A-476FF6C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6-station-1-text">
            <a:extLst xmlns:a="http://schemas.openxmlformats.org/drawingml/2006/main">
              <a:ext uri="{FF2B5EF4-FFF2-40B4-BE49-F238E27FC236}">
                <a16:creationId xmlns:a16="http://schemas.microsoft.com/office/drawing/2014/main" id="{82DBD64F-F77D-43D9-9873-605DEFC5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6-title-1">
            <a:extLst xmlns:a="http://schemas.openxmlformats.org/drawingml/2006/main">
              <a:ext uri="{FF2B5EF4-FFF2-40B4-BE49-F238E27FC236}">
                <a16:creationId xmlns:a16="http://schemas.microsoft.com/office/drawing/2014/main" id="{7D274244-F231-467C-AB39-0275EA2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专业经验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6-body-1">
            <a:extLst xmlns:a="http://schemas.openxmlformats.org/drawingml/2006/main">
              <a:ext uri="{FF2B5EF4-FFF2-40B4-BE49-F238E27FC236}">
                <a16:creationId xmlns:a16="http://schemas.microsoft.com/office/drawing/2014/main" id="{4AA3F645-8D6A-425B-9A75-64995E4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业务、设计、数据平台研发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分别维护专业知识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6-station-2-circle">
            <a:extLst xmlns:a="http://schemas.openxmlformats.org/drawingml/2006/main">
              <a:ext uri="{FF2B5EF4-FFF2-40B4-BE49-F238E27FC236}">
                <a16:creationId xmlns:a16="http://schemas.microsoft.com/office/drawing/2014/main" id="{586C44DB-E218-43EC-B61D-60B9FDA7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6-station-2-text">
            <a:extLst xmlns:a="http://schemas.openxmlformats.org/drawingml/2006/main">
              <a:ext uri="{FF2B5EF4-FFF2-40B4-BE49-F238E27FC236}">
                <a16:creationId xmlns:a16="http://schemas.microsoft.com/office/drawing/2014/main" id="{AAEBBEB9-7F21-4EDE-9F72-01F864B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6-title-2">
            <a:extLst xmlns:a="http://schemas.openxmlformats.org/drawingml/2006/main">
              <a:ext uri="{FF2B5EF4-FFF2-40B4-BE49-F238E27FC236}">
                <a16:creationId xmlns:a16="http://schemas.microsoft.com/office/drawing/2014/main" id="{18A2EDF8-181E-4190-AB09-DBBC1A2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标准资产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6-body-2">
            <a:extLst xmlns:a="http://schemas.openxmlformats.org/drawingml/2006/main">
              <a:ext uri="{FF2B5EF4-FFF2-40B4-BE49-F238E27FC236}">
                <a16:creationId xmlns:a16="http://schemas.microsoft.com/office/drawing/2014/main" id="{4D96FCE1-1C60-4254-8362-44F612B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Design-skill、API / Tool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6-station-3-circle">
            <a:extLst xmlns:a="http://schemas.openxmlformats.org/drawingml/2006/main">
              <a:ext uri="{FF2B5EF4-FFF2-40B4-BE49-F238E27FC236}">
                <a16:creationId xmlns:a16="http://schemas.microsoft.com/office/drawing/2014/main" id="{F9B7E080-BFD7-4C74-A961-EE9F9E2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6-station-3-text">
            <a:extLst xmlns:a="http://schemas.openxmlformats.org/drawingml/2006/main">
              <a:ext uri="{FF2B5EF4-FFF2-40B4-BE49-F238E27FC236}">
                <a16:creationId xmlns:a16="http://schemas.microsoft.com/office/drawing/2014/main" id="{DB18844D-0ABA-49F9-9596-83FBA76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6-title-3">
            <a:extLst xmlns:a="http://schemas.openxmlformats.org/drawingml/2006/main">
              <a:ext uri="{FF2B5EF4-FFF2-40B4-BE49-F238E27FC236}">
                <a16:creationId xmlns:a16="http://schemas.microsoft.com/office/drawing/2014/main" id="{6E8CA52D-2E52-4447-B2BC-1D60EB4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Agent 组合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6-body-3">
            <a:extLst xmlns:a="http://schemas.openxmlformats.org/drawingml/2006/main">
              <a:ext uri="{FF2B5EF4-FFF2-40B4-BE49-F238E27FC236}">
                <a16:creationId xmlns:a16="http://schemas.microsoft.com/office/drawing/2014/main" id="{7A9A6FF2-D0FC-48DD-A155-E3F6373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按场景匹配模板和数据能力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执行生成、验证与运行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6-station-4-circle">
            <a:extLst xmlns:a="http://schemas.openxmlformats.org/drawingml/2006/main">
              <a:ext uri="{FF2B5EF4-FFF2-40B4-BE49-F238E27FC236}">
                <a16:creationId xmlns:a16="http://schemas.microsoft.com/office/drawing/2014/main" id="{47612CF6-EA82-4B62-AB7E-739006EE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6-station-4-text">
            <a:extLst xmlns:a="http://schemas.openxmlformats.org/drawingml/2006/main">
              <a:ext uri="{FF2B5EF4-FFF2-40B4-BE49-F238E27FC236}">
                <a16:creationId xmlns:a16="http://schemas.microsoft.com/office/drawing/2014/main" id="{9D7C2225-A9B6-49DB-A867-B58799C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6-title-4">
            <a:extLst xmlns:a="http://schemas.openxmlformats.org/drawingml/2006/main">
              <a:ext uri="{FF2B5EF4-FFF2-40B4-BE49-F238E27FC236}">
                <a16:creationId xmlns:a16="http://schemas.microsoft.com/office/drawing/2014/main" id="{357CBD0F-5994-4A84-949A-3B370CA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多场景复用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6-body-4">
            <a:extLst xmlns:a="http://schemas.openxmlformats.org/drawingml/2006/main">
              <a:ext uri="{FF2B5EF4-FFF2-40B4-BE49-F238E27FC236}">
                <a16:creationId xmlns:a16="http://schemas.microsoft.com/office/drawing/2014/main" id="{5B83E57A-B0C2-41EC-9818-E8060B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跨产品、部门和客户复用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新场景只补充差异部分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6-ownership">
            <a:extLst xmlns:a="http://schemas.openxmlformats.org/drawingml/2006/main">
              <a:ext uri="{FF2B5EF4-FFF2-40B4-BE49-F238E27FC236}">
                <a16:creationId xmlns:a16="http://schemas.microsoft.com/office/drawing/2014/main" id="{1F7E67EB-D606-453B-9FAF-D01EB9E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389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职责沉淀</a:t>
            </a:r>
            <a:endParaRPr sz="12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6-owner-baseline">
            <a:extLst xmlns:a="http://schemas.openxmlformats.org/drawingml/2006/main">
              <a:ext uri="{FF2B5EF4-FFF2-40B4-BE49-F238E27FC236}">
                <a16:creationId xmlns:a16="http://schemas.microsoft.com/office/drawing/2014/main" id="{8699A540-E4C6-40FC-AA06-EE4C0F9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4977765"/>
            <a:ext cx="9629775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6-owner-dot-1">
            <a:extLst xmlns:a="http://schemas.openxmlformats.org/drawingml/2006/main">
              <a:ext uri="{FF2B5EF4-FFF2-40B4-BE49-F238E27FC236}">
                <a16:creationId xmlns:a16="http://schemas.microsoft.com/office/drawing/2014/main" id="{98AF4E20-0575-4D0E-97E0-909B182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6-owner-team-1">
            <a:extLst xmlns:a="http://schemas.openxmlformats.org/drawingml/2006/main">
              <a:ext uri="{FF2B5EF4-FFF2-40B4-BE49-F238E27FC236}">
                <a16:creationId xmlns:a16="http://schemas.microsoft.com/office/drawing/2014/main" id="{A03E21B5-E617-4B9C-80CD-7814546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业务团队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6-owner-body-1">
            <a:extLst xmlns:a="http://schemas.openxmlformats.org/drawingml/2006/main">
              <a:ext uri="{FF2B5EF4-FFF2-40B4-BE49-F238E27FC236}">
                <a16:creationId xmlns:a16="http://schemas.microsoft.com/office/drawing/2014/main" id="{C624DC54-FE3E-4BA4-A731-3B9FBE4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分析方法与报告结构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6-owner-dot-2">
            <a:extLst xmlns:a="http://schemas.openxmlformats.org/drawingml/2006/main">
              <a:ext uri="{FF2B5EF4-FFF2-40B4-BE49-F238E27FC236}">
                <a16:creationId xmlns:a16="http://schemas.microsoft.com/office/drawing/2014/main" id="{35BE4C7D-B963-4625-9ED5-FA47D37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6-owner-team-2">
            <a:extLst xmlns:a="http://schemas.openxmlformats.org/drawingml/2006/main">
              <a:ext uri="{FF2B5EF4-FFF2-40B4-BE49-F238E27FC236}">
                <a16:creationId xmlns:a16="http://schemas.microsoft.com/office/drawing/2014/main" id="{EE25B49D-B027-4C8E-B66F-4101A60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设计团队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6-owner-body-2">
            <a:extLst xmlns:a="http://schemas.openxmlformats.org/drawingml/2006/main">
              <a:ext uri="{FF2B5EF4-FFF2-40B4-BE49-F238E27FC236}">
                <a16:creationId xmlns:a16="http://schemas.microsoft.com/office/drawing/2014/main" id="{2D9F79C7-AD98-4AB8-AB34-F3FF54BA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设计语言与视觉规范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6-owner-dot-3">
            <a:extLst xmlns:a="http://schemas.openxmlformats.org/drawingml/2006/main">
              <a:ext uri="{FF2B5EF4-FFF2-40B4-BE49-F238E27FC236}">
                <a16:creationId xmlns:a16="http://schemas.microsoft.com/office/drawing/2014/main" id="{42FB77A3-F7F8-436C-A28B-2328E7C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6-owner-team-3">
            <a:extLst xmlns:a="http://schemas.openxmlformats.org/drawingml/2006/main">
              <a:ext uri="{FF2B5EF4-FFF2-40B4-BE49-F238E27FC236}">
                <a16:creationId xmlns:a16="http://schemas.microsoft.com/office/drawing/2014/main" id="{FEFA91B3-9074-4FC9-82A5-46F6122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数据团队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6-owner-body-3">
            <a:extLst xmlns:a="http://schemas.openxmlformats.org/drawingml/2006/main">
              <a:ext uri="{FF2B5EF4-FFF2-40B4-BE49-F238E27FC236}">
                <a16:creationId xmlns:a16="http://schemas.microsoft.com/office/drawing/2014/main" id="{D86DF256-11F1-4FAB-995F-393321A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内部 API 与 Agent Tool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6-owner-dot-4">
            <a:extLst xmlns:a="http://schemas.openxmlformats.org/drawingml/2006/main">
              <a:ext uri="{FF2B5EF4-FFF2-40B4-BE49-F238E27FC236}">
                <a16:creationId xmlns:a16="http://schemas.microsoft.com/office/drawing/2014/main" id="{A546B567-F6A0-4902-B93C-D5D299B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16-owner-team-4">
            <a:extLst xmlns:a="http://schemas.openxmlformats.org/drawingml/2006/main">
              <a:ext uri="{FF2B5EF4-FFF2-40B4-BE49-F238E27FC236}">
                <a16:creationId xmlns:a16="http://schemas.microsoft.com/office/drawing/2014/main" id="{9CEAB410-C445-419E-B43A-57E53A4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平台研发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6-owner-body-4">
            <a:extLst xmlns:a="http://schemas.openxmlformats.org/drawingml/2006/main">
              <a:ext uri="{FF2B5EF4-FFF2-40B4-BE49-F238E27FC236}">
                <a16:creationId xmlns:a16="http://schemas.microsoft.com/office/drawing/2014/main" id="{D8A39A44-E521-4E80-AC25-A2BBB69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Agent、校验与运行环境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215952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F4034139-FBFE-4E20-8AFE-4C93A55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AC069-C9B6-47DB-97B3-468A397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5BCD22-80C6-4BD1-A2A0-A5EB5F9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面向用户与一线团队的个性化交付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3F8CBC-5844-4C41-951E-41E65DC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FBCE4A9-6207-42AF-B781-82249EF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B69C62-671A-46EA-BE71-490748ED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16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6-left-track-a">
            <a:extLst xmlns:a="http://schemas.openxmlformats.org/drawingml/2006/main">
              <a:ext uri="{FF2B5EF4-FFF2-40B4-BE49-F238E27FC236}">
                <a16:creationId xmlns:a16="http://schemas.microsoft.com/office/drawing/2014/main" id="{A9F4F0B5-2186-42BC-911A-82A4069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08927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A5"/>
            </a:solidFill>
            <a:prstDash val="solid"/>
          </a:ln>
        </p:spPr>
      </p:sp>
      <p:sp>
        <p:nvSpPr>
          <p:cNvPr id="21" name="s6-left-track-b">
            <a:extLst xmlns:a="http://schemas.openxmlformats.org/drawingml/2006/main">
              <a:ext uri="{FF2B5EF4-FFF2-40B4-BE49-F238E27FC236}">
                <a16:creationId xmlns:a16="http://schemas.microsoft.com/office/drawing/2014/main" id="{1D2972D4-9D53-445F-86C2-8CFBC23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21310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C9EE"/>
            </a:solidFill>
            <a:prstDash val="solid"/>
          </a:ln>
        </p:spPr>
      </p:sp>
      <p:sp>
        <p:nvSpPr>
          <p:cNvPr id="22" name="s6-right-track-a">
            <a:extLst xmlns:a="http://schemas.openxmlformats.org/drawingml/2006/main">
              <a:ext uri="{FF2B5EF4-FFF2-40B4-BE49-F238E27FC236}">
                <a16:creationId xmlns:a16="http://schemas.microsoft.com/office/drawing/2014/main" id="{B421EA7A-4C9B-43F1-9769-8FC47F6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08546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23" name="s6-right-track-b">
            <a:extLst xmlns:a="http://schemas.openxmlformats.org/drawingml/2006/main">
              <a:ext uri="{FF2B5EF4-FFF2-40B4-BE49-F238E27FC236}">
                <a16:creationId xmlns:a16="http://schemas.microsoft.com/office/drawing/2014/main" id="{7AFE240E-E3BC-4928-83C3-33A095D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20929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DDA8"/>
            </a:solidFill>
            <a:prstDash val="solid"/>
          </a:ln>
        </p:spPr>
      </p:sp>
      <p:sp>
        <p:nvSpPr>
          <p:cNvPr id="24" name="s6-left-kicker">
            <a:extLst xmlns:a="http://schemas.openxmlformats.org/drawingml/2006/main">
              <a:ext uri="{FF2B5EF4-FFF2-40B4-BE49-F238E27FC236}">
                <a16:creationId xmlns:a16="http://schemas.microsoft.com/office/drawing/2014/main" id="{6CCE5959-5042-4B60-B0B3-7EF6C0F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790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用户价值</a:t>
            </a:r>
            <a:endParaRPr sz="1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6-left-title">
            <a:extLst xmlns:a="http://schemas.openxmlformats.org/drawingml/2006/main">
              <a:ext uri="{FF2B5EF4-FFF2-40B4-BE49-F238E27FC236}">
                <a16:creationId xmlns:a16="http://schemas.microsoft.com/office/drawing/2014/main" id="{6F9D20A1-5EE2-4239-BCCA-E60A427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270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千人千面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05510E6A-232F-456E-B768-D8B05CD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用户可按角色和场景灵活调整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报告章节、指标范围与表达方式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同一模板输出不同侧重点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6-right-kicker">
            <a:extLst xmlns:a="http://schemas.openxmlformats.org/drawingml/2006/main">
              <a:ext uri="{FF2B5EF4-FFF2-40B4-BE49-F238E27FC236}">
                <a16:creationId xmlns:a16="http://schemas.microsoft.com/office/drawing/2014/main" id="{9AE12C1D-246B-4190-80F7-A154B9A6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21361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一线价值</a:t>
            </a:r>
            <a:endParaRPr sz="1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6-right-title">
            <a:extLst xmlns:a="http://schemas.openxmlformats.org/drawingml/2006/main">
              <a:ext uri="{FF2B5EF4-FFF2-40B4-BE49-F238E27FC236}">
                <a16:creationId xmlns:a16="http://schemas.microsoft.com/office/drawing/2014/main" id="{E8FCAD74-EBF7-40F2-AFFE-2E7B474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51841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客户专属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6A9E6659-2FCB-4D19-9FAA-D0FABA4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97" y="3695700"/>
            <a:ext cx="3965543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产品与销售无需从零编写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基于模板融合公司独有数据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报告类型随模板持续扩展</a:t>
            </a:r>
            <a:endParaRPr sz="1600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6-common">
            <a:extLst xmlns:a="http://schemas.openxmlformats.org/drawingml/2006/main">
              <a:ext uri="{FF2B5EF4-FFF2-40B4-BE49-F238E27FC236}">
                <a16:creationId xmlns:a16="http://schemas.microsoft.com/office/drawing/2014/main" id="{1EA813AF-692E-4CA3-90E5-1CAC8D7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模板约束专业边界，Agent 提升个性化报告的生成效率。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616086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215DF863-F422-4875-B888-E14A99E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50A6F0-663F-46BA-8E51-6B826E3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929812-1167-4B5D-83BD-D2080C0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HTML 让交互能力随报告一起流转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D748837-E59D-45AB-9614-EB846B7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ABA13D-1353-47EA-9518-6BB0EAF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38077E-BB74-4BE1-B498-1E94B08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17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6-track">
            <a:extLst xmlns:a="http://schemas.openxmlformats.org/drawingml/2006/main">
              <a:ext uri="{FF2B5EF4-FFF2-40B4-BE49-F238E27FC236}">
                <a16:creationId xmlns:a16="http://schemas.microsoft.com/office/drawing/2014/main" id="{9548628F-10F8-46BA-B712-BFF3B64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s16-station-1-circle">
            <a:extLst xmlns:a="http://schemas.openxmlformats.org/drawingml/2006/main">
              <a:ext uri="{FF2B5EF4-FFF2-40B4-BE49-F238E27FC236}">
                <a16:creationId xmlns:a16="http://schemas.microsoft.com/office/drawing/2014/main" id="{05777E45-4F24-4312-909A-476FF6C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s16-station-1-text">
            <a:extLst xmlns:a="http://schemas.openxmlformats.org/drawingml/2006/main">
              <a:ext uri="{FF2B5EF4-FFF2-40B4-BE49-F238E27FC236}">
                <a16:creationId xmlns:a16="http://schemas.microsoft.com/office/drawing/2014/main" id="{82DBD64F-F77D-43D9-9873-605DEFC5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6-title-1">
            <a:extLst xmlns:a="http://schemas.openxmlformats.org/drawingml/2006/main">
              <a:ext uri="{FF2B5EF4-FFF2-40B4-BE49-F238E27FC236}">
                <a16:creationId xmlns:a16="http://schemas.microsoft.com/office/drawing/2014/main" id="{7D274244-F231-467C-AB39-0275EA2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6-body-1">
            <a:extLst xmlns:a="http://schemas.openxmlformats.org/drawingml/2006/main">
              <a:ext uri="{FF2B5EF4-FFF2-40B4-BE49-F238E27FC236}">
                <a16:creationId xmlns:a16="http://schemas.microsoft.com/office/drawing/2014/main" id="{4AA3F645-8D6A-425B-9A75-64995E4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6-station-2-circle">
            <a:extLst xmlns:a="http://schemas.openxmlformats.org/drawingml/2006/main">
              <a:ext uri="{FF2B5EF4-FFF2-40B4-BE49-F238E27FC236}">
                <a16:creationId xmlns:a16="http://schemas.microsoft.com/office/drawing/2014/main" id="{586C44DB-E218-43EC-B61D-60B9FDA7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s16-station-2-text">
            <a:extLst xmlns:a="http://schemas.openxmlformats.org/drawingml/2006/main">
              <a:ext uri="{FF2B5EF4-FFF2-40B4-BE49-F238E27FC236}">
                <a16:creationId xmlns:a16="http://schemas.microsoft.com/office/drawing/2014/main" id="{AAEBBEB9-7F21-4EDE-9F72-01F864B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6-title-2">
            <a:extLst xmlns:a="http://schemas.openxmlformats.org/drawingml/2006/main">
              <a:ext uri="{FF2B5EF4-FFF2-40B4-BE49-F238E27FC236}">
                <a16:creationId xmlns:a16="http://schemas.microsoft.com/office/drawing/2014/main" id="{18A2EDF8-181E-4190-AB09-DBBC1A2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6-body-2">
            <a:extLst xmlns:a="http://schemas.openxmlformats.org/drawingml/2006/main">
              <a:ext uri="{FF2B5EF4-FFF2-40B4-BE49-F238E27FC236}">
                <a16:creationId xmlns:a16="http://schemas.microsoft.com/office/drawing/2014/main" id="{4D96FCE1-1C60-4254-8362-44F612B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6-station-3-circle">
            <a:extLst xmlns:a="http://schemas.openxmlformats.org/drawingml/2006/main">
              <a:ext uri="{FF2B5EF4-FFF2-40B4-BE49-F238E27FC236}">
                <a16:creationId xmlns:a16="http://schemas.microsoft.com/office/drawing/2014/main" id="{F9B7E080-BFD7-4C74-A961-EE9F9E2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s16-station-3-text">
            <a:extLst xmlns:a="http://schemas.openxmlformats.org/drawingml/2006/main">
              <a:ext uri="{FF2B5EF4-FFF2-40B4-BE49-F238E27FC236}">
                <a16:creationId xmlns:a16="http://schemas.microsoft.com/office/drawing/2014/main" id="{DB18844D-0ABA-49F9-9596-83FBA76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6-title-3">
            <a:extLst xmlns:a="http://schemas.openxmlformats.org/drawingml/2006/main">
              <a:ext uri="{FF2B5EF4-FFF2-40B4-BE49-F238E27FC236}">
                <a16:creationId xmlns:a16="http://schemas.microsoft.com/office/drawing/2014/main" id="{6E8CA52D-2E52-4447-B2BC-1D60EB4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6-body-3">
            <a:extLst xmlns:a="http://schemas.openxmlformats.org/drawingml/2006/main">
              <a:ext uri="{FF2B5EF4-FFF2-40B4-BE49-F238E27FC236}">
                <a16:creationId xmlns:a16="http://schemas.microsoft.com/office/drawing/2014/main" id="{7A9A6FF2-D0FC-48DD-A155-E3F6373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6-station-4-circle">
            <a:extLst xmlns:a="http://schemas.openxmlformats.org/drawingml/2006/main">
              <a:ext uri="{FF2B5EF4-FFF2-40B4-BE49-F238E27FC236}">
                <a16:creationId xmlns:a16="http://schemas.microsoft.com/office/drawing/2014/main" id="{47612CF6-EA82-4B62-AB7E-739006EE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s16-station-4-text">
            <a:extLst xmlns:a="http://schemas.openxmlformats.org/drawingml/2006/main">
              <a:ext uri="{FF2B5EF4-FFF2-40B4-BE49-F238E27FC236}">
                <a16:creationId xmlns:a16="http://schemas.microsoft.com/office/drawing/2014/main" id="{9D7C2225-A9B6-49DB-A867-B58799C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6-title-4">
            <a:extLst xmlns:a="http://schemas.openxmlformats.org/drawingml/2006/main">
              <a:ext uri="{FF2B5EF4-FFF2-40B4-BE49-F238E27FC236}">
                <a16:creationId xmlns:a16="http://schemas.microsoft.com/office/drawing/2014/main" id="{357CBD0F-5994-4A84-949A-3B370CA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6-body-4">
            <a:extLst xmlns:a="http://schemas.openxmlformats.org/drawingml/2006/main">
              <a:ext uri="{FF2B5EF4-FFF2-40B4-BE49-F238E27FC236}">
                <a16:creationId xmlns:a16="http://schemas.microsoft.com/office/drawing/2014/main" id="{5B83E57A-B0C2-41EC-9818-E8060B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6-ownership">
            <a:extLst xmlns:a="http://schemas.openxmlformats.org/drawingml/2006/main">
              <a:ext uri="{FF2B5EF4-FFF2-40B4-BE49-F238E27FC236}">
                <a16:creationId xmlns:a16="http://schemas.microsoft.com/office/drawing/2014/main" id="{1F7E67EB-D606-453B-9FAF-D01EB9E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389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2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6-owner-baseline">
            <a:extLst xmlns:a="http://schemas.openxmlformats.org/drawingml/2006/main">
              <a:ext uri="{FF2B5EF4-FFF2-40B4-BE49-F238E27FC236}">
                <a16:creationId xmlns:a16="http://schemas.microsoft.com/office/drawing/2014/main" id="{8699A540-E4C6-40FC-AA06-EE4C0F9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4977765"/>
            <a:ext cx="9629775" cy="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s16-owner-dot-1">
            <a:extLst xmlns:a="http://schemas.openxmlformats.org/drawingml/2006/main">
              <a:ext uri="{FF2B5EF4-FFF2-40B4-BE49-F238E27FC236}">
                <a16:creationId xmlns:a16="http://schemas.microsoft.com/office/drawing/2014/main" id="{98AF4E20-0575-4D0E-97E0-909B182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728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s16-owner-team-1">
            <a:extLst xmlns:a="http://schemas.openxmlformats.org/drawingml/2006/main">
              <a:ext uri="{FF2B5EF4-FFF2-40B4-BE49-F238E27FC236}">
                <a16:creationId xmlns:a16="http://schemas.microsoft.com/office/drawing/2014/main" id="{A03E21B5-E617-4B9C-80CD-7814546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6-owner-body-1">
            <a:extLst xmlns:a="http://schemas.openxmlformats.org/drawingml/2006/main">
              <a:ext uri="{FF2B5EF4-FFF2-40B4-BE49-F238E27FC236}">
                <a16:creationId xmlns:a16="http://schemas.microsoft.com/office/drawing/2014/main" id="{C624DC54-FE3E-4BA4-A731-3B9FBE4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6-owner-dot-2">
            <a:extLst xmlns:a="http://schemas.openxmlformats.org/drawingml/2006/main">
              <a:ext uri="{FF2B5EF4-FFF2-40B4-BE49-F238E27FC236}">
                <a16:creationId xmlns:a16="http://schemas.microsoft.com/office/drawing/2014/main" id="{35BE4C7D-B963-4625-9ED5-FA47D37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728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s16-owner-team-2">
            <a:extLst xmlns:a="http://schemas.openxmlformats.org/drawingml/2006/main">
              <a:ext uri="{FF2B5EF4-FFF2-40B4-BE49-F238E27FC236}">
                <a16:creationId xmlns:a16="http://schemas.microsoft.com/office/drawing/2014/main" id="{EE25B49D-B027-4C8E-B66F-4101A60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6-owner-body-2">
            <a:extLst xmlns:a="http://schemas.openxmlformats.org/drawingml/2006/main">
              <a:ext uri="{FF2B5EF4-FFF2-40B4-BE49-F238E27FC236}">
                <a16:creationId xmlns:a16="http://schemas.microsoft.com/office/drawing/2014/main" id="{2D9F79C7-AD98-4AB8-AB34-F3FF54BA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6-owner-dot-3">
            <a:extLst xmlns:a="http://schemas.openxmlformats.org/drawingml/2006/main">
              <a:ext uri="{FF2B5EF4-FFF2-40B4-BE49-F238E27FC236}">
                <a16:creationId xmlns:a16="http://schemas.microsoft.com/office/drawing/2014/main" id="{42FB77A3-F7F8-436C-A28B-2328E7C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28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s16-owner-team-3">
            <a:extLst xmlns:a="http://schemas.openxmlformats.org/drawingml/2006/main">
              <a:ext uri="{FF2B5EF4-FFF2-40B4-BE49-F238E27FC236}">
                <a16:creationId xmlns:a16="http://schemas.microsoft.com/office/drawing/2014/main" id="{FEFA91B3-9074-4FC9-82A5-46F6122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6-owner-body-3">
            <a:extLst xmlns:a="http://schemas.openxmlformats.org/drawingml/2006/main">
              <a:ext uri="{FF2B5EF4-FFF2-40B4-BE49-F238E27FC236}">
                <a16:creationId xmlns:a16="http://schemas.microsoft.com/office/drawing/2014/main" id="{D86DF256-11F1-4FAB-995F-393321A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6-owner-dot-4">
            <a:extLst xmlns:a="http://schemas.openxmlformats.org/drawingml/2006/main">
              <a:ext uri="{FF2B5EF4-FFF2-40B4-BE49-F238E27FC236}">
                <a16:creationId xmlns:a16="http://schemas.microsoft.com/office/drawing/2014/main" id="{A546B567-F6A0-4902-B93C-D5D299B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728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s16-owner-team-4">
            <a:extLst xmlns:a="http://schemas.openxmlformats.org/drawingml/2006/main">
              <a:ext uri="{FF2B5EF4-FFF2-40B4-BE49-F238E27FC236}">
                <a16:creationId xmlns:a16="http://schemas.microsoft.com/office/drawing/2014/main" id="{9CEAB410-C445-419E-B43A-57E53A4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6-owner-body-4">
            <a:extLst xmlns:a="http://schemas.openxmlformats.org/drawingml/2006/main">
              <a:ext uri="{FF2B5EF4-FFF2-40B4-BE49-F238E27FC236}">
                <a16:creationId xmlns:a16="http://schemas.microsoft.com/office/drawing/2014/main" id="{D8A39A44-E521-4E80-AC25-A2BBB69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/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value-traditional-cycle-label">
            <a:extLst xmlns:a="http://schemas.openxmlformats.org/drawingml/2006/main">
              <a:ext uri="{FF2B5EF4-FFF2-40B4-BE49-F238E27FC236}">
                <a16:creationId xmlns:a16="http://schemas.microsoft.com/office/drawing/2014/main" id="{08FCF8CB-011F-41A3-B8F6-304AD996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</p:txBody>
      </p:sp>
      <p:sp>
        <p:nvSpPr>
          <p:cNvPr id="61" name="value-safety-boundary-note">
            <a:extLst xmlns:a="http://schemas.openxmlformats.org/drawingml/2006/main">
              <a:ext uri="{FF2B5EF4-FFF2-40B4-BE49-F238E27FC236}">
                <a16:creationId xmlns:a16="http://schemas.microsoft.com/office/drawing/2014/main" id="{4750B4E3-3753-439A-8F29-A300F73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</p:txBody>
      </p:sp>
      <p:sp>
        <p:nvSpPr>
          <p:cNvPr id="62" name="s18-main-lifecycle-statement">
            <a:extLst xmlns:a="http://schemas.openxmlformats.org/drawingml/2006/main">
              <a:ext uri="{FF2B5EF4-FFF2-40B4-BE49-F238E27FC236}">
                <a16:creationId xmlns:a16="http://schemas.microsoft.com/office/drawing/2014/main" id="{26C6F2C9-71F9-4C64-B8F9-0DC9FD25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交互能力与报告共享生命周期</a:t>
            </a:r>
          </a:p>
        </p:txBody>
      </p:sp>
      <p:sp>
        <p:nvSpPr>
          <p:cNvPr id="63" name="s18-traditional-note">
            <a:extLst xmlns:a="http://schemas.openxmlformats.org/drawingml/2006/main">
              <a:ext uri="{FF2B5EF4-FFF2-40B4-BE49-F238E27FC236}">
                <a16:creationId xmlns:a16="http://schemas.microsoft.com/office/drawing/2014/main" id="{F96F9F3A-11B6-47B8-AD00-77653A2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3A3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>
                <a:solidFill>
                  <a:srgbClr val="93A3B3"/>
                </a:solidFill>
                <a:latin typeface="Hiragino Sans GB"/>
                <a:ea typeface="Hiragino Sans GB"/>
                <a:cs typeface="Hiragino Sans GB"/>
              </a:rPr>
              <a:t>传统页面：离开页面后，本次触达随会话结束</a:t>
            </a:r>
          </a:p>
        </p:txBody>
      </p:sp>
      <p:sp>
        <p:nvSpPr>
          <p:cNvPr id="64" name="s18-lifecycle-line">
            <a:extLst xmlns:a="http://schemas.openxmlformats.org/drawingml/2006/main">
              <a:ext uri="{FF2B5EF4-FFF2-40B4-BE49-F238E27FC236}">
                <a16:creationId xmlns:a16="http://schemas.microsoft.com/office/drawing/2014/main" id="{FF9A5087-8208-450D-96A5-201FF6A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65" name="s18-lifecycle-node-1">
            <a:extLst xmlns:a="http://schemas.openxmlformats.org/drawingml/2006/main">
              <a:ext uri="{FF2B5EF4-FFF2-40B4-BE49-F238E27FC236}">
                <a16:creationId xmlns:a16="http://schemas.microsoft.com/office/drawing/2014/main" id="{EBE40C16-A30D-4783-B8AC-8B5BEDB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6" name="s18-lifecycle-title-1">
            <a:extLst xmlns:a="http://schemas.openxmlformats.org/drawingml/2006/main">
              <a:ext uri="{FF2B5EF4-FFF2-40B4-BE49-F238E27FC236}">
                <a16:creationId xmlns:a16="http://schemas.microsoft.com/office/drawing/2014/main" id="{E6042691-F525-4E67-9D1F-FBAB7E07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生成报告</a:t>
            </a:r>
          </a:p>
        </p:txBody>
      </p:sp>
      <p:sp>
        <p:nvSpPr>
          <p:cNvPr id="67" name="s18-lifecycle-body-1">
            <a:extLst xmlns:a="http://schemas.openxmlformats.org/drawingml/2006/main">
              <a:ext uri="{FF2B5EF4-FFF2-40B4-BE49-F238E27FC236}">
                <a16:creationId xmlns:a16="http://schemas.microsoft.com/office/drawing/2014/main" id="{3430DD13-3E18-43DC-AFE1-EDEAD49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模板与组件共同生成</a:t>
            </a:r>
          </a:p>
        </p:txBody>
      </p:sp>
      <p:sp>
        <p:nvSpPr>
          <p:cNvPr id="68" name="s18-lifecycle-node-2">
            <a:extLst xmlns:a="http://schemas.openxmlformats.org/drawingml/2006/main">
              <a:ext uri="{FF2B5EF4-FFF2-40B4-BE49-F238E27FC236}">
                <a16:creationId xmlns:a16="http://schemas.microsoft.com/office/drawing/2014/main" id="{E63832FA-A66A-47C8-99C5-A5503B8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9" name="s18-lifecycle-title-2">
            <a:extLst xmlns:a="http://schemas.openxmlformats.org/drawingml/2006/main">
              <a:ext uri="{FF2B5EF4-FFF2-40B4-BE49-F238E27FC236}">
                <a16:creationId xmlns:a16="http://schemas.microsoft.com/office/drawing/2014/main" id="{2C3A95DF-1042-47D0-89D8-A41D2B28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携带能力</a:t>
            </a:r>
          </a:p>
        </p:txBody>
      </p:sp>
      <p:sp>
        <p:nvSpPr>
          <p:cNvPr id="70" name="s18-lifecycle-body-2">
            <a:extLst xmlns:a="http://schemas.openxmlformats.org/drawingml/2006/main">
              <a:ext uri="{FF2B5EF4-FFF2-40B4-BE49-F238E27FC236}">
                <a16:creationId xmlns:a16="http://schemas.microsoft.com/office/drawing/2014/main" id="{7963E39F-9D85-4B70-B464-CB7DACD3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交互组件进入报告</a:t>
            </a:r>
          </a:p>
        </p:txBody>
      </p:sp>
      <p:sp>
        <p:nvSpPr>
          <p:cNvPr id="71" name="s18-lifecycle-node-3">
            <a:extLst xmlns:a="http://schemas.openxmlformats.org/drawingml/2006/main">
              <a:ext uri="{FF2B5EF4-FFF2-40B4-BE49-F238E27FC236}">
                <a16:creationId xmlns:a16="http://schemas.microsoft.com/office/drawing/2014/main" id="{CCFFAB94-87D6-4169-8E46-377E8F39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72" name="s18-lifecycle-title-3">
            <a:extLst xmlns:a="http://schemas.openxmlformats.org/drawingml/2006/main">
              <a:ext uri="{FF2B5EF4-FFF2-40B4-BE49-F238E27FC236}">
                <a16:creationId xmlns:a16="http://schemas.microsoft.com/office/drawing/2014/main" id="{A840C46A-2C17-4DF4-8291-41D862A1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保存分享</a:t>
            </a:r>
          </a:p>
        </p:txBody>
      </p:sp>
      <p:sp>
        <p:nvSpPr>
          <p:cNvPr id="73" name="s18-lifecycle-body-3">
            <a:extLst xmlns:a="http://schemas.openxmlformats.org/drawingml/2006/main">
              <a:ext uri="{FF2B5EF4-FFF2-40B4-BE49-F238E27FC236}">
                <a16:creationId xmlns:a16="http://schemas.microsoft.com/office/drawing/2014/main" id="{E5D7F77C-59BB-49C4-A2D4-DFE405F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053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能力随报告一起流转</a:t>
            </a:r>
          </a:p>
        </p:txBody>
      </p:sp>
      <p:sp>
        <p:nvSpPr>
          <p:cNvPr id="74" name="s18-lifecycle-node-4">
            <a:extLst xmlns:a="http://schemas.openxmlformats.org/drawingml/2006/main">
              <a:ext uri="{FF2B5EF4-FFF2-40B4-BE49-F238E27FC236}">
                <a16:creationId xmlns:a16="http://schemas.microsoft.com/office/drawing/2014/main" id="{2F325CFE-E5CC-4120-9E14-16901573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9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75" name="s18-lifecycle-title-4">
            <a:extLst xmlns:a="http://schemas.openxmlformats.org/drawingml/2006/main">
              <a:ext uri="{FF2B5EF4-FFF2-40B4-BE49-F238E27FC236}">
                <a16:creationId xmlns:a16="http://schemas.microsoft.com/office/drawing/2014/main" id="{338553E1-F1E3-487E-A964-15AC6CD5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5AE9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5AE91"/>
                </a:solidFill>
                <a:latin typeface="Hiragino Sans GB"/>
                <a:ea typeface="Hiragino Sans GB"/>
                <a:cs typeface="Hiragino Sans GB"/>
              </a:rPr>
              <a:t>再次访问</a:t>
            </a:r>
          </a:p>
        </p:txBody>
      </p:sp>
      <p:sp>
        <p:nvSpPr>
          <p:cNvPr id="76" name="s18-lifecycle-body-4">
            <a:extLst xmlns:a="http://schemas.openxmlformats.org/drawingml/2006/main">
              <a:ext uri="{FF2B5EF4-FFF2-40B4-BE49-F238E27FC236}">
                <a16:creationId xmlns:a16="http://schemas.microsoft.com/office/drawing/2014/main" id="{8D281C52-E233-42BD-9C01-E4D49B4C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053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在权限范围内继续生效</a:t>
            </a:r>
          </a:p>
        </p:txBody>
      </p:sp>
      <p:sp>
        <p:nvSpPr>
          <p:cNvPr id="77" name="s18-lifecycle-node-5">
            <a:extLst xmlns:a="http://schemas.openxmlformats.org/drawingml/2006/main">
              <a:ext uri="{FF2B5EF4-FFF2-40B4-BE49-F238E27FC236}">
                <a16:creationId xmlns:a16="http://schemas.microsoft.com/office/drawing/2014/main" id="{55C9209E-4014-4EB1-8CA8-FF081464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78" name="s18-lifecycle-title-5">
            <a:extLst xmlns:a="http://schemas.openxmlformats.org/drawingml/2006/main">
              <a:ext uri="{FF2B5EF4-FFF2-40B4-BE49-F238E27FC236}">
                <a16:creationId xmlns:a16="http://schemas.microsoft.com/office/drawing/2014/main" id="{D9F26505-F846-4671-981A-56D3661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持续触达</a:t>
            </a:r>
          </a:p>
        </p:txBody>
      </p:sp>
      <p:sp>
        <p:nvSpPr>
          <p:cNvPr id="79" name="s18-lifecycle-body-5">
            <a:extLst xmlns:a="http://schemas.openxmlformats.org/drawingml/2006/main">
              <a:ext uri="{FF2B5EF4-FFF2-40B4-BE49-F238E27FC236}">
                <a16:creationId xmlns:a16="http://schemas.microsoft.com/office/drawing/2014/main" id="{718D1234-D64C-47B8-A84A-3518741C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053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连接公司的产品与服务</a:t>
            </a:r>
          </a:p>
        </p:txBody>
      </p:sp>
      <p:sp>
        <p:nvSpPr>
          <p:cNvPr id="80" name="s18-lifecycle-conclusion">
            <a:extLst xmlns:a="http://schemas.openxmlformats.org/drawingml/2006/main">
              <a:ext uri="{FF2B5EF4-FFF2-40B4-BE49-F238E27FC236}">
                <a16:creationId xmlns:a16="http://schemas.microsoft.com/office/drawing/2014/main" id="{4A81D033-7D97-4ABB-8C14-08697FD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只要报告仍可访问，经过审核的组件便能在权限范围内持续提供交互能力。</a:t>
            </a:r>
          </a:p>
        </p:txBody>
      </p:sp>
    </p:spTree>
    <p:extLst>
      <p:ext uri="{BB962C8B-B14F-4D97-AF65-F5344CB8AC3E}">
        <p14:creationId xmlns:p14="http://schemas.microsoft.com/office/powerpoint/2010/main" val="5215952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1B3D8783-FD0D-4FB9-BD20-84ED6BF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096C81E-BFCB-466D-8344-1A8DD34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06 · 建设路线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44BA51-84FB-4FC0-A090-F509EBD2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从可行性验证走向组合式报告平台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C0B9287-218D-4A6B-8300-6825CB2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DA3731-CD1E-48D1-937E-0B587573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CF07536-B67D-445C-97AC-A026AD9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18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7-road">
            <a:extLst xmlns:a="http://schemas.openxmlformats.org/drawingml/2006/main">
              <a:ext uri="{FF2B5EF4-FFF2-40B4-BE49-F238E27FC236}">
                <a16:creationId xmlns:a16="http://schemas.microsoft.com/office/drawing/2014/main" id="{F03FBE35-8E74-4C76-AE6B-817877E3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50" y="3530600"/>
            <a:ext cx="927100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34" name="s17-node-1">
            <a:extLst xmlns:a="http://schemas.openxmlformats.org/drawingml/2006/main">
              <a:ext uri="{FF2B5EF4-FFF2-40B4-BE49-F238E27FC236}">
                <a16:creationId xmlns:a16="http://schemas.microsoft.com/office/drawing/2014/main" id="{937C0ACE-65C1-404B-8B35-5382CBAE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235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7-label-1">
            <a:extLst xmlns:a="http://schemas.openxmlformats.org/drawingml/2006/main">
              <a:ext uri="{FF2B5EF4-FFF2-40B4-BE49-F238E27FC236}">
                <a16:creationId xmlns:a16="http://schemas.microsoft.com/office/drawing/2014/main" id="{EFDB2F5D-C16C-4CBA-82B7-7B16759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2353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  <a:endParaRPr sz="10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7-title-1">
            <a:extLst xmlns:a="http://schemas.openxmlformats.org/drawingml/2006/main">
              <a:ext uri="{FF2B5EF4-FFF2-40B4-BE49-F238E27FC236}">
                <a16:creationId xmlns:a16="http://schemas.microsoft.com/office/drawing/2014/main" id="{53FC1004-2C05-4297-872A-B49C633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" y="4159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报告生成验证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7-body-1">
            <a:extLst xmlns:a="http://schemas.openxmlformats.org/drawingml/2006/main">
              <a:ext uri="{FF2B5EF4-FFF2-40B4-BE49-F238E27FC236}">
                <a16:creationId xmlns:a16="http://schemas.microsoft.com/office/drawing/2014/main" id="{90D1573F-EB40-4956-AF0B-40A1D68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" y="46355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招商智能体 POC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模板驱动完整报告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7-node-2">
            <a:extLst xmlns:a="http://schemas.openxmlformats.org/drawingml/2006/main">
              <a:ext uri="{FF2B5EF4-FFF2-40B4-BE49-F238E27FC236}">
                <a16:creationId xmlns:a16="http://schemas.microsoft.com/office/drawing/2014/main" id="{36DE99B8-8EF6-4A74-B7BB-00AF18D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235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7-label-2">
            <a:extLst xmlns:a="http://schemas.openxmlformats.org/drawingml/2006/main">
              <a:ext uri="{FF2B5EF4-FFF2-40B4-BE49-F238E27FC236}">
                <a16:creationId xmlns:a16="http://schemas.microsoft.com/office/drawing/2014/main" id="{E6FFC94A-2CEF-429F-8AE8-0DCB482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2353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  <a:endParaRPr sz="10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7-title-2">
            <a:extLst xmlns:a="http://schemas.openxmlformats.org/drawingml/2006/main">
              <a:ext uri="{FF2B5EF4-FFF2-40B4-BE49-F238E27FC236}">
                <a16:creationId xmlns:a16="http://schemas.microsoft.com/office/drawing/2014/main" id="{A7781453-E7C7-4207-B55B-5C4173C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0" y="20288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模板生成验证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7-body-2">
            <a:extLst xmlns:a="http://schemas.openxmlformats.org/drawingml/2006/main">
              <a:ext uri="{FF2B5EF4-FFF2-40B4-BE49-F238E27FC236}">
                <a16:creationId xmlns:a16="http://schemas.microsoft.com/office/drawing/2014/main" id="{48877F89-29E1-49D9-BD36-75C645E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0" y="25050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 管理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 Agent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7-node-3">
            <a:extLst xmlns:a="http://schemas.openxmlformats.org/drawingml/2006/main">
              <a:ext uri="{FF2B5EF4-FFF2-40B4-BE49-F238E27FC236}">
                <a16:creationId xmlns:a16="http://schemas.microsoft.com/office/drawing/2014/main" id="{61684F32-71BE-451C-B76C-0C57E27C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68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7-label-3">
            <a:extLst xmlns:a="http://schemas.openxmlformats.org/drawingml/2006/main">
              <a:ext uri="{FF2B5EF4-FFF2-40B4-BE49-F238E27FC236}">
                <a16:creationId xmlns:a16="http://schemas.microsoft.com/office/drawing/2014/main" id="{34C479A5-2B93-47DD-BB35-D885A5A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686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7-title-3">
            <a:extLst xmlns:a="http://schemas.openxmlformats.org/drawingml/2006/main">
              <a:ext uri="{FF2B5EF4-FFF2-40B4-BE49-F238E27FC236}">
                <a16:creationId xmlns:a16="http://schemas.microsoft.com/office/drawing/2014/main" id="{24B09AA0-38B7-46FB-AD9D-AEC0973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245" y="4159250"/>
            <a:ext cx="23475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78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 标准与提取闭环</a:t>
            </a:r>
            <a:endParaRPr sz="1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7-body-3">
            <a:extLst xmlns:a="http://schemas.openxmlformats.org/drawingml/2006/main">
              <a:ext uri="{FF2B5EF4-FFF2-40B4-BE49-F238E27FC236}">
                <a16:creationId xmlns:a16="http://schemas.microsoft.com/office/drawing/2014/main" id="{2D7CF90E-0BE6-4EA1-BB42-994E19F1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45" y="4635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定义结构和 Token 规范，完成来源准入、人工审核与试生成验证。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7-node-4">
            <a:extLst xmlns:a="http://schemas.openxmlformats.org/drawingml/2006/main">
              <a:ext uri="{FF2B5EF4-FFF2-40B4-BE49-F238E27FC236}">
                <a16:creationId xmlns:a16="http://schemas.microsoft.com/office/drawing/2014/main" id="{577667B1-00EC-4E34-80E1-313BF9D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162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17-label-4">
            <a:extLst xmlns:a="http://schemas.openxmlformats.org/drawingml/2006/main">
              <a:ext uri="{FF2B5EF4-FFF2-40B4-BE49-F238E27FC236}">
                <a16:creationId xmlns:a16="http://schemas.microsoft.com/office/drawing/2014/main" id="{4872F480-1138-465E-8F50-409195C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162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17-title-4">
            <a:extLst xmlns:a="http://schemas.openxmlformats.org/drawingml/2006/main">
              <a:ext uri="{FF2B5EF4-FFF2-40B4-BE49-F238E27FC236}">
                <a16:creationId xmlns:a16="http://schemas.microsoft.com/office/drawing/2014/main" id="{85F0056F-EE47-432C-BCE1-6EE3001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425" y="19272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数据工具与质量安全边界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17-body-4">
            <a:extLst xmlns:a="http://schemas.openxmlformats.org/drawingml/2006/main">
              <a:ext uri="{FF2B5EF4-FFF2-40B4-BE49-F238E27FC236}">
                <a16:creationId xmlns:a16="http://schemas.microsoft.com/office/drawing/2014/main" id="{444F2447-C203-4115-AADF-8C22FF7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425" y="2403475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统一业务语义与 API / Tool 映射，补齐数据审计、HTML 安全和生成质量评测。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7-node-5">
            <a:extLst xmlns:a="http://schemas.openxmlformats.org/drawingml/2006/main">
              <a:ext uri="{FF2B5EF4-FFF2-40B4-BE49-F238E27FC236}">
                <a16:creationId xmlns:a16="http://schemas.microsoft.com/office/drawing/2014/main" id="{CE7E7430-F3E7-48A9-B451-5646F37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3254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17-label-5">
            <a:extLst xmlns:a="http://schemas.openxmlformats.org/drawingml/2006/main">
              <a:ext uri="{FF2B5EF4-FFF2-40B4-BE49-F238E27FC236}">
                <a16:creationId xmlns:a16="http://schemas.microsoft.com/office/drawing/2014/main" id="{1FE063B1-F6F2-4398-8832-DAA2866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32543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17-title-5">
            <a:extLst xmlns:a="http://schemas.openxmlformats.org/drawingml/2006/main">
              <a:ext uri="{FF2B5EF4-FFF2-40B4-BE49-F238E27FC236}">
                <a16:creationId xmlns:a16="http://schemas.microsoft.com/office/drawing/2014/main" id="{421D1B6F-EBEB-4DA3-8DB7-2F054EE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4159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高频场景试点与治理扩展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7-body-5">
            <a:extLst xmlns:a="http://schemas.openxmlformats.org/drawingml/2006/main">
              <a:ext uri="{FF2B5EF4-FFF2-40B4-BE49-F238E27FC236}">
                <a16:creationId xmlns:a16="http://schemas.microsoft.com/office/drawing/2014/main" id="{8629714B-3707-49CC-9F54-70728E7B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4635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选择一至两个口径清晰的场景，完善权限和审核，建立发布回滚机制与质量基准。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7-next-stage">
            <a:extLst xmlns:a="http://schemas.openxmlformats.org/drawingml/2006/main">
              <a:ext uri="{FF2B5EF4-FFF2-40B4-BE49-F238E27FC236}">
                <a16:creationId xmlns:a16="http://schemas.microsoft.com/office/drawing/2014/main" id="{221D9E27-81C8-422B-A2B6-7C34ACD3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75" y="389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  <a:endParaRPr sz="11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0676600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b7e61eb4a4e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084648de443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360" y="495300"/>
            <a:ext cx="105513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A0E7006-3FFF-4D47-928A-DE4D251B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演示</a:t>
            </a:r>
            <a:r>
              <a: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结束</a:t>
            </a:r>
            <a:endParaRPr sz="3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BDB6BB0-5DAE-4C2E-B14F-DDA6793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406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2F638F"/>
                </a:solidFill>
                <a:latin typeface="Hiragino Sans GB W6"/>
                <a:ea typeface="Hiragino Sans GB W6"/>
                <a:cs typeface="Hiragino Sans GB W6"/>
              </a:rPr>
              <a:t>报告生成与模板资产化方案</a:t>
            </a:r>
            <a:endParaRPr sz="2000" b="1">
              <a:solidFill>
                <a:srgbClr val="2F638F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AEAC5B3-1288-4903-B5ED-F7403ECD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4695"/>
            <a:ext cx="247650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73252"/>
          </a:solidFill>
          <a:ln xmlns:a="http://schemas.openxmlformats.org/drawingml/2006/main" w="12383">
            <a:solidFill>
              <a:srgbClr val="173252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9DEA338-2A15-453E-A258-87D5665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994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感谢聆听  ·  Q&amp;A</a:t>
            </a:r>
            <a:endParaRPr sz="15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7B9C3B-8350-4932-82DC-C2F7F54C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270" y="5078730"/>
            <a:ext cx="57302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——</a:t>
            </a: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让报告模板从代码实现转变为可检索、可复用、可治理的组织资产</a:t>
            </a:r>
            <a:endParaRPr sz="1400" b="0">
              <a:solidFill>
                <a:srgbClr val="2F638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1578A4-36C0-4F33-93FC-B9D6194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77255"/>
            <a:ext cx="30480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BCDDFF">
                  <a:alpha val="20000"/>
                </a:srgbClr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申报人：曲艺（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研发三部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）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7B37FB1-B3C8-4BAF-B9C5-E7F6F209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365" y="5977133"/>
            <a:ext cx="17145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19E78E"/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 2026-09-20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4490552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2026-09-23T16:25:23.7690000Z</dcterms:created>
  <dcterms:modified xsi:type="dcterms:W3CDTF">2026-09-23T16:25:23.7690000Z</dcterms:modified>
</coreProperties>
</file>